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D2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2">
          <a:lumOff val="44000"/>
        </a:schemeClr>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rgbClr val="CDDEDA"/>
          </a:solidFill>
        </a:fill>
      </a:tcStyle>
    </a:wholeTbl>
    <a:band2H>
      <a:tcTxStyle/>
      <a:tcStyle>
        <a:tcBdr/>
        <a:fill>
          <a:solidFill>
            <a:srgbClr val="E8EFED"/>
          </a:solidFill>
        </a:fill>
      </a:tcStyle>
    </a:band2H>
    <a:firstCol>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1"/>
          </a:solidFill>
        </a:fill>
      </a:tcStyle>
    </a:firstCol>
    <a:la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381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1"/>
          </a:solidFill>
        </a:fill>
      </a:tcStyle>
    </a:lastRow>
    <a:fir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381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chemeClr val="accent2">
          <a:lumOff val="44000"/>
        </a:schemeClr>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wholeTbl>
    <a:band2H>
      <a:tcTxStyle/>
      <a:tcStyle>
        <a:tcBdr/>
        <a:fill>
          <a:solidFill>
            <a:schemeClr val="accent2">
              <a:lumOff val="44000"/>
            </a:schemeClr>
          </a:solidFill>
        </a:fill>
      </a:tcStyle>
    </a:band2H>
    <a:firstCol>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Col>
    <a:la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381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lastRow>
    <a:fir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381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Row>
  </a:tblStyle>
  <a:tblStyle styleId="{EEE7283C-3CF3-47DC-8721-378D4A62B228}" styleName="">
    <a:tblBg/>
    <a:wholeTbl>
      <a:tcTxStyle b="off" i="off">
        <a:font>
          <a:latin typeface="Arial"/>
          <a:ea typeface="Arial"/>
          <a:cs typeface="Arial"/>
        </a:font>
        <a:schemeClr val="accent2">
          <a:lumOff val="44000"/>
        </a:schemeClr>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wholeTbl>
    <a:band2H>
      <a:tcTxStyle/>
      <a:tcStyle>
        <a:tcBdr/>
        <a:fill>
          <a:solidFill>
            <a:schemeClr val="accent2">
              <a:lumOff val="44000"/>
            </a:schemeClr>
          </a:solidFill>
        </a:fill>
      </a:tcStyle>
    </a:band2H>
    <a:firstCol>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Col>
    <a:la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381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lastRow>
    <a:fir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381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Row>
  </a:tblStyle>
  <a:tblStyle styleId="{CF821DB8-F4EB-4A41-A1BA-3FCAFE7338EE}" styleName="">
    <a:tblBg/>
    <a:wholeTbl>
      <a:tcTxStyle b="off" i="off">
        <a:font>
          <a:latin typeface="Arial"/>
          <a:ea typeface="Arial"/>
          <a:cs typeface="Arial"/>
        </a:font>
        <a:schemeClr val="accent2">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lumOff val="44000"/>
            </a:schemeClr>
          </a:solidFill>
        </a:fill>
      </a:tcStyle>
    </a:wholeTbl>
    <a:band2H>
      <a:tcTxStyle/>
      <a:tcStyle>
        <a:tcBdr/>
        <a:fill>
          <a:solidFill>
            <a:srgbClr val="263147"/>
          </a:solidFill>
        </a:fill>
      </a:tcStyle>
    </a:band2H>
    <a:firstCol>
      <a:tcTxStyle b="on" i="off">
        <a:font>
          <a:latin typeface="Arial"/>
          <a:ea typeface="Arial"/>
          <a:cs typeface="Arial"/>
        </a:font>
        <a:srgbClr val="26314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chemeClr val="accent2">
          <a:lumOff val="44000"/>
        </a:schemeClr>
      </a:tcTxStyle>
      <a:tcStyle>
        <a:tcBdr>
          <a:left>
            <a:ln w="12700" cap="flat">
              <a:noFill/>
              <a:miter lim="400000"/>
            </a:ln>
          </a:left>
          <a:right>
            <a:ln w="12700" cap="flat">
              <a:noFill/>
              <a:miter lim="400000"/>
            </a:ln>
          </a:right>
          <a:top>
            <a:ln w="50800" cap="flat">
              <a:solidFill>
                <a:schemeClr val="accent2">
                  <a:lumOff val="44000"/>
                </a:schemeClr>
              </a:solidFill>
              <a:prstDash val="solid"/>
              <a:round/>
            </a:ln>
          </a:top>
          <a:bottom>
            <a:ln w="25400" cap="flat">
              <a:solidFill>
                <a:schemeClr val="accent2">
                  <a:lumOff val="44000"/>
                </a:schemeClr>
              </a:solidFill>
              <a:prstDash val="solid"/>
              <a:round/>
            </a:ln>
          </a:bottom>
          <a:insideH>
            <a:ln w="12700" cap="flat">
              <a:noFill/>
              <a:miter lim="400000"/>
            </a:ln>
          </a:insideH>
          <a:insideV>
            <a:ln w="12700" cap="flat">
              <a:noFill/>
              <a:miter lim="400000"/>
            </a:ln>
          </a:insideV>
        </a:tcBdr>
        <a:fill>
          <a:solidFill>
            <a:srgbClr val="263147"/>
          </a:solidFill>
        </a:fill>
      </a:tcStyle>
    </a:lastRow>
    <a:firstRow>
      <a:tcTxStyle b="on" i="off">
        <a:font>
          <a:latin typeface="Arial"/>
          <a:ea typeface="Arial"/>
          <a:cs typeface="Arial"/>
        </a:font>
        <a:srgbClr val="263147"/>
      </a:tcTxStyle>
      <a:tcStyle>
        <a:tcBdr>
          <a:left>
            <a:ln w="12700" cap="flat">
              <a:noFill/>
              <a:miter lim="400000"/>
            </a:ln>
          </a:left>
          <a:right>
            <a:ln w="12700" cap="flat">
              <a:noFill/>
              <a:miter lim="400000"/>
            </a:ln>
          </a:right>
          <a:top>
            <a:ln w="25400" cap="flat">
              <a:solidFill>
                <a:schemeClr val="accent2">
                  <a:lumOff val="44000"/>
                </a:schemeClr>
              </a:solidFill>
              <a:prstDash val="solid"/>
              <a:round/>
            </a:ln>
          </a:top>
          <a:bottom>
            <a:ln w="25400" cap="flat">
              <a:solidFill>
                <a:schemeClr val="accent2">
                  <a:lumOff val="44000"/>
                </a:schemeClr>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chemeClr val="accent2">
          <a:lumOff val="44000"/>
        </a:schemeClr>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wholeTbl>
    <a:band2H>
      <a:tcTxStyle/>
      <a:tcStyle>
        <a:tcBdr/>
        <a:fill>
          <a:solidFill>
            <a:schemeClr val="accent2">
              <a:lumOff val="44000"/>
            </a:schemeClr>
          </a:solidFill>
        </a:fill>
      </a:tcStyle>
    </a:band2H>
    <a:firstCol>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Col>
    <a:la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38100" cap="flat">
              <a:solidFill>
                <a:srgbClr val="263147"/>
              </a:solidFill>
              <a:prstDash val="solid"/>
              <a:round/>
            </a:ln>
          </a:top>
          <a:bottom>
            <a:ln w="127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lastRow>
    <a:firstRow>
      <a:tcTxStyle b="on" i="off">
        <a:font>
          <a:latin typeface="Arial"/>
          <a:ea typeface="Arial"/>
          <a:cs typeface="Arial"/>
        </a:font>
        <a:srgbClr val="263147"/>
      </a:tcTxStyle>
      <a:tcStyle>
        <a:tcBdr>
          <a:left>
            <a:ln w="12700" cap="flat">
              <a:solidFill>
                <a:srgbClr val="263147"/>
              </a:solidFill>
              <a:prstDash val="solid"/>
              <a:round/>
            </a:ln>
          </a:left>
          <a:right>
            <a:ln w="12700" cap="flat">
              <a:solidFill>
                <a:srgbClr val="263147"/>
              </a:solidFill>
              <a:prstDash val="solid"/>
              <a:round/>
            </a:ln>
          </a:right>
          <a:top>
            <a:ln w="12700" cap="flat">
              <a:solidFill>
                <a:srgbClr val="263147"/>
              </a:solidFill>
              <a:prstDash val="solid"/>
              <a:round/>
            </a:ln>
          </a:top>
          <a:bottom>
            <a:ln w="38100" cap="flat">
              <a:solidFill>
                <a:srgbClr val="263147"/>
              </a:solidFill>
              <a:prstDash val="solid"/>
              <a:round/>
            </a:ln>
          </a:bottom>
          <a:insideH>
            <a:ln w="12700" cap="flat">
              <a:solidFill>
                <a:srgbClr val="263147"/>
              </a:solidFill>
              <a:prstDash val="solid"/>
              <a:round/>
            </a:ln>
          </a:insideH>
          <a:insideV>
            <a:ln w="12700" cap="flat">
              <a:solidFill>
                <a:srgbClr val="263147"/>
              </a:solidFill>
              <a:prstDash val="solid"/>
              <a:round/>
            </a:ln>
          </a:insideV>
        </a:tcBdr>
        <a:fill>
          <a:solidFill>
            <a:schemeClr val="accent2">
              <a:lumOff val="44000"/>
            </a:schemeClr>
          </a:solidFill>
        </a:fill>
      </a:tcStyle>
    </a:firstRow>
  </a:tblStyle>
  <a:tblStyle styleId="{2708684C-4D16-4618-839F-0558EEFCDFE6}" styleName="">
    <a:tblBg/>
    <a:wholeTbl>
      <a:tcTxStyle b="off" i="off">
        <a:font>
          <a:latin typeface="Arial"/>
          <a:ea typeface="Arial"/>
          <a:cs typeface="Arial"/>
        </a:font>
        <a:schemeClr val="accent2">
          <a:lumOff val="44000"/>
        </a:schemeClr>
      </a:tcTxStyle>
      <a:tcStyle>
        <a:tcBdr>
          <a:left>
            <a:ln w="12700" cap="flat">
              <a:solidFill>
                <a:schemeClr val="accent2">
                  <a:lumOff val="44000"/>
                </a:schemeClr>
              </a:solidFill>
              <a:prstDash val="solid"/>
              <a:round/>
            </a:ln>
          </a:left>
          <a:right>
            <a:ln w="12700" cap="flat">
              <a:solidFill>
                <a:schemeClr val="accent2">
                  <a:lumOff val="44000"/>
                </a:schemeClr>
              </a:solidFill>
              <a:prstDash val="solid"/>
              <a:round/>
            </a:ln>
          </a:right>
          <a:top>
            <a:ln w="12700" cap="flat">
              <a:solidFill>
                <a:schemeClr val="accent2">
                  <a:lumOff val="44000"/>
                </a:schemeClr>
              </a:solidFill>
              <a:prstDash val="solid"/>
              <a:round/>
            </a:ln>
          </a:top>
          <a:bottom>
            <a:ln w="12700" cap="flat">
              <a:solidFill>
                <a:schemeClr val="accent2">
                  <a:lumOff val="44000"/>
                </a:schemeClr>
              </a:solidFill>
              <a:prstDash val="solid"/>
              <a:round/>
            </a:ln>
          </a:bottom>
          <a:insideH>
            <a:ln w="12700" cap="flat">
              <a:solidFill>
                <a:schemeClr val="accent2">
                  <a:lumOff val="44000"/>
                </a:schemeClr>
              </a:solidFill>
              <a:prstDash val="solid"/>
              <a:round/>
            </a:ln>
          </a:insideH>
          <a:insideV>
            <a:ln w="12700" cap="flat">
              <a:solidFill>
                <a:schemeClr val="accent2">
                  <a:lumOff val="44000"/>
                </a:schemeClr>
              </a:solidFill>
              <a:prstDash val="solid"/>
              <a:round/>
            </a:ln>
          </a:insideV>
        </a:tcBdr>
        <a:fill>
          <a:solidFill>
            <a:schemeClr val="accent2">
              <a:lumOff val="44000"/>
              <a:alpha val="20000"/>
            </a:schemeClr>
          </a:solidFill>
        </a:fill>
      </a:tcStyle>
    </a:wholeTbl>
    <a:band2H>
      <a:tcTxStyle/>
      <a:tcStyle>
        <a:tcBdr/>
        <a:fill>
          <a:solidFill>
            <a:schemeClr val="accent2">
              <a:lumOff val="44000"/>
            </a:schemeClr>
          </a:solidFill>
        </a:fill>
      </a:tcStyle>
    </a:band2H>
    <a:firstCol>
      <a:tcTxStyle b="on" i="off">
        <a:font>
          <a:latin typeface="Arial"/>
          <a:ea typeface="Arial"/>
          <a:cs typeface="Arial"/>
        </a:font>
        <a:schemeClr val="accent2">
          <a:lumOff val="44000"/>
        </a:schemeClr>
      </a:tcTxStyle>
      <a:tcStyle>
        <a:tcBdr>
          <a:left>
            <a:ln w="12700" cap="flat">
              <a:solidFill>
                <a:schemeClr val="accent2">
                  <a:lumOff val="44000"/>
                </a:schemeClr>
              </a:solidFill>
              <a:prstDash val="solid"/>
              <a:round/>
            </a:ln>
          </a:left>
          <a:right>
            <a:ln w="12700" cap="flat">
              <a:solidFill>
                <a:schemeClr val="accent2">
                  <a:lumOff val="44000"/>
                </a:schemeClr>
              </a:solidFill>
              <a:prstDash val="solid"/>
              <a:round/>
            </a:ln>
          </a:right>
          <a:top>
            <a:ln w="12700" cap="flat">
              <a:solidFill>
                <a:schemeClr val="accent2">
                  <a:lumOff val="44000"/>
                </a:schemeClr>
              </a:solidFill>
              <a:prstDash val="solid"/>
              <a:round/>
            </a:ln>
          </a:top>
          <a:bottom>
            <a:ln w="12700" cap="flat">
              <a:solidFill>
                <a:schemeClr val="accent2">
                  <a:lumOff val="44000"/>
                </a:schemeClr>
              </a:solidFill>
              <a:prstDash val="solid"/>
              <a:round/>
            </a:ln>
          </a:bottom>
          <a:insideH>
            <a:ln w="12700" cap="flat">
              <a:solidFill>
                <a:schemeClr val="accent2">
                  <a:lumOff val="44000"/>
                </a:schemeClr>
              </a:solidFill>
              <a:prstDash val="solid"/>
              <a:round/>
            </a:ln>
          </a:insideH>
          <a:insideV>
            <a:ln w="12700" cap="flat">
              <a:solidFill>
                <a:schemeClr val="accent2">
                  <a:lumOff val="44000"/>
                </a:schemeClr>
              </a:solidFill>
              <a:prstDash val="solid"/>
              <a:round/>
            </a:ln>
          </a:insideV>
        </a:tcBdr>
        <a:fill>
          <a:solidFill>
            <a:schemeClr val="accent2">
              <a:lumOff val="44000"/>
              <a:alpha val="20000"/>
            </a:schemeClr>
          </a:solidFill>
        </a:fill>
      </a:tcStyle>
    </a:firstCol>
    <a:lastRow>
      <a:tcTxStyle b="on" i="off">
        <a:font>
          <a:latin typeface="Arial"/>
          <a:ea typeface="Arial"/>
          <a:cs typeface="Arial"/>
        </a:font>
        <a:schemeClr val="accent2">
          <a:lumOff val="44000"/>
        </a:schemeClr>
      </a:tcTxStyle>
      <a:tcStyle>
        <a:tcBdr>
          <a:left>
            <a:ln w="12700" cap="flat">
              <a:solidFill>
                <a:schemeClr val="accent2">
                  <a:lumOff val="44000"/>
                </a:schemeClr>
              </a:solidFill>
              <a:prstDash val="solid"/>
              <a:round/>
            </a:ln>
          </a:left>
          <a:right>
            <a:ln w="12700" cap="flat">
              <a:solidFill>
                <a:schemeClr val="accent2">
                  <a:lumOff val="44000"/>
                </a:schemeClr>
              </a:solidFill>
              <a:prstDash val="solid"/>
              <a:round/>
            </a:ln>
          </a:right>
          <a:top>
            <a:ln w="50800" cap="flat">
              <a:solidFill>
                <a:schemeClr val="accent2">
                  <a:lumOff val="44000"/>
                </a:schemeClr>
              </a:solidFill>
              <a:prstDash val="solid"/>
              <a:round/>
            </a:ln>
          </a:top>
          <a:bottom>
            <a:ln w="12700" cap="flat">
              <a:solidFill>
                <a:schemeClr val="accent2">
                  <a:lumOff val="44000"/>
                </a:schemeClr>
              </a:solidFill>
              <a:prstDash val="solid"/>
              <a:round/>
            </a:ln>
          </a:bottom>
          <a:insideH>
            <a:ln w="12700" cap="flat">
              <a:solidFill>
                <a:schemeClr val="accent2">
                  <a:lumOff val="44000"/>
                </a:schemeClr>
              </a:solidFill>
              <a:prstDash val="solid"/>
              <a:round/>
            </a:ln>
          </a:insideH>
          <a:insideV>
            <a:ln w="12700" cap="flat">
              <a:solidFill>
                <a:schemeClr val="accent2">
                  <a:lumOff val="44000"/>
                </a:schemeClr>
              </a:solidFill>
              <a:prstDash val="solid"/>
              <a:round/>
            </a:ln>
          </a:insideV>
        </a:tcBdr>
        <a:fill>
          <a:noFill/>
        </a:fill>
      </a:tcStyle>
    </a:lastRow>
    <a:firstRow>
      <a:tcTxStyle b="on" i="off">
        <a:font>
          <a:latin typeface="Arial"/>
          <a:ea typeface="Arial"/>
          <a:cs typeface="Arial"/>
        </a:font>
        <a:schemeClr val="accent2">
          <a:lumOff val="44000"/>
        </a:schemeClr>
      </a:tcTxStyle>
      <a:tcStyle>
        <a:tcBdr>
          <a:left>
            <a:ln w="12700" cap="flat">
              <a:solidFill>
                <a:schemeClr val="accent2">
                  <a:lumOff val="44000"/>
                </a:schemeClr>
              </a:solidFill>
              <a:prstDash val="solid"/>
              <a:round/>
            </a:ln>
          </a:left>
          <a:right>
            <a:ln w="12700" cap="flat">
              <a:solidFill>
                <a:schemeClr val="accent2">
                  <a:lumOff val="44000"/>
                </a:schemeClr>
              </a:solidFill>
              <a:prstDash val="solid"/>
              <a:round/>
            </a:ln>
          </a:right>
          <a:top>
            <a:ln w="12700" cap="flat">
              <a:solidFill>
                <a:schemeClr val="accent2">
                  <a:lumOff val="44000"/>
                </a:schemeClr>
              </a:solidFill>
              <a:prstDash val="solid"/>
              <a:round/>
            </a:ln>
          </a:top>
          <a:bottom>
            <a:ln w="25400" cap="flat">
              <a:solidFill>
                <a:schemeClr val="accent2">
                  <a:lumOff val="44000"/>
                </a:schemeClr>
              </a:solidFill>
              <a:prstDash val="solid"/>
              <a:round/>
            </a:ln>
          </a:bottom>
          <a:insideH>
            <a:ln w="12700" cap="flat">
              <a:solidFill>
                <a:schemeClr val="accent2">
                  <a:lumOff val="44000"/>
                </a:schemeClr>
              </a:solidFill>
              <a:prstDash val="solid"/>
              <a:round/>
            </a:ln>
          </a:insideH>
          <a:insideV>
            <a:ln w="12700" cap="flat">
              <a:solidFill>
                <a:schemeClr val="accent2">
                  <a:lumOff val="44000"/>
                </a:schemeClr>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77"/>
  </p:normalViewPr>
  <p:slideViewPr>
    <p:cSldViewPr snapToGrid="0">
      <p:cViewPr varScale="1">
        <p:scale>
          <a:sx n="97" d="100"/>
          <a:sy n="97" d="100"/>
        </p:scale>
        <p:origin x="9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title>
      <c:tx>
        <c:rich>
          <a:bodyPr rot="0"/>
          <a:lstStyle/>
          <a:p>
            <a:pPr>
              <a:defRPr sz="1400" b="0" i="0" u="none" strike="noStrike">
                <a:solidFill>
                  <a:srgbClr val="FFFFFF"/>
                </a:solidFill>
                <a:latin typeface="Arial"/>
              </a:defRPr>
            </a:pPr>
            <a:r>
              <a:rPr lang="en-GB" sz="1400" b="0" i="0" u="none" strike="noStrike">
                <a:solidFill>
                  <a:srgbClr val="FFFFFF"/>
                </a:solidFill>
                <a:latin typeface="Arial"/>
              </a:rPr>
              <a:t>Chart Title</a:t>
            </a:r>
          </a:p>
        </c:rich>
      </c:tx>
      <c:layout>
        <c:manualLayout>
          <c:xMode val="edge"/>
          <c:yMode val="edge"/>
          <c:x val="0.19314200000000001"/>
          <c:y val="0"/>
          <c:w val="0.61371600000000004"/>
          <c:h val="0.20746100000000001"/>
        </c:manualLayout>
      </c:layout>
      <c:overlay val="1"/>
      <c:spPr>
        <a:noFill/>
        <a:effectLst/>
      </c:spPr>
    </c:title>
    <c:autoTitleDeleted val="0"/>
    <c:plotArea>
      <c:layout>
        <c:manualLayout>
          <c:layoutTarget val="inner"/>
          <c:xMode val="edge"/>
          <c:yMode val="edge"/>
          <c:x val="5.0000000000000001E-3"/>
          <c:y val="0.20746100000000001"/>
          <c:w val="0.99"/>
          <c:h val="0.78003900000000004"/>
        </c:manualLayout>
      </c:layout>
      <c:doughnutChart>
        <c:varyColors val="0"/>
        <c:ser>
          <c:idx val="0"/>
          <c:order val="0"/>
          <c:tx>
            <c:strRef>
              <c:f>Sheet1!$A$2</c:f>
              <c:strCache>
                <c:ptCount val="1"/>
              </c:strCache>
            </c:strRef>
          </c:tx>
          <c:spPr>
            <a:solidFill>
              <a:srgbClr val="01D201"/>
            </a:solidFill>
            <a:ln w="12700" cap="flat">
              <a:noFill/>
              <a:miter lim="400000"/>
            </a:ln>
            <a:effectLst/>
          </c:spPr>
          <c:dPt>
            <c:idx val="0"/>
            <c:bubble3D val="0"/>
            <c:extLst>
              <c:ext xmlns:c16="http://schemas.microsoft.com/office/drawing/2014/chart" uri="{C3380CC4-5D6E-409C-BE32-E72D297353CC}">
                <c16:uniqueId val="{00000001-7591-1044-890A-523901C970C3}"/>
              </c:ext>
            </c:extLst>
          </c:dPt>
          <c:dPt>
            <c:idx val="1"/>
            <c:bubble3D val="0"/>
            <c:spPr>
              <a:solidFill>
                <a:srgbClr val="2F3666"/>
              </a:solidFill>
              <a:ln w="12700" cap="flat">
                <a:noFill/>
                <a:miter lim="400000"/>
              </a:ln>
              <a:effectLst/>
            </c:spPr>
            <c:extLst>
              <c:ext xmlns:c16="http://schemas.microsoft.com/office/drawing/2014/chart" uri="{C3380CC4-5D6E-409C-BE32-E72D297353CC}">
                <c16:uniqueId val="{00000003-7591-1044-890A-523901C970C3}"/>
              </c:ext>
            </c:extLst>
          </c:dPt>
          <c:cat>
            <c:strRef>
              <c:f>Sheet1!$B$1:$C$1</c:f>
              <c:strCache>
                <c:ptCount val="2"/>
                <c:pt idx="0">
                  <c:v>1</c:v>
                </c:pt>
                <c:pt idx="1">
                  <c:v>2</c:v>
                </c:pt>
              </c:strCache>
            </c:strRef>
          </c:cat>
          <c:val>
            <c:numRef>
              <c:f>Sheet1!$B$2:$C$2</c:f>
              <c:numCache>
                <c:formatCode>General</c:formatCode>
                <c:ptCount val="2"/>
                <c:pt idx="0">
                  <c:v>0.53700000000000003</c:v>
                </c:pt>
                <c:pt idx="1">
                  <c:v>0.46300000000000002</c:v>
                </c:pt>
              </c:numCache>
            </c:numRef>
          </c:val>
          <c:extLst>
            <c:ext xmlns:c16="http://schemas.microsoft.com/office/drawing/2014/chart" uri="{C3380CC4-5D6E-409C-BE32-E72D297353CC}">
              <c16:uniqueId val="{00000004-7591-1044-890A-523901C970C3}"/>
            </c:ext>
          </c:extLst>
        </c:ser>
        <c:dLbls>
          <c:showLegendKey val="0"/>
          <c:showVal val="0"/>
          <c:showCatName val="0"/>
          <c:showSerName val="0"/>
          <c:showPercent val="0"/>
          <c:showBubbleSize val="0"/>
          <c:showLeaderLines val="0"/>
        </c:dLbls>
        <c:firstSliceAng val="0"/>
        <c:holeSize val="72"/>
      </c:doughnut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5" name="Shape 375"/>
          <p:cNvSpPr>
            <a:spLocks noGrp="1" noRot="1" noChangeAspect="1"/>
          </p:cNvSpPr>
          <p:nvPr>
            <p:ph type="sldImg"/>
          </p:nvPr>
        </p:nvSpPr>
        <p:spPr>
          <a:xfrm>
            <a:off x="1143000" y="685800"/>
            <a:ext cx="4572000" cy="3429000"/>
          </a:xfrm>
          <a:prstGeom prst="rect">
            <a:avLst/>
          </a:prstGeom>
        </p:spPr>
        <p:txBody>
          <a:bodyPr/>
          <a:lstStyle/>
          <a:p>
            <a:endParaRPr/>
          </a:p>
        </p:txBody>
      </p:sp>
      <p:sp>
        <p:nvSpPr>
          <p:cNvPr id="376" name="Shape 37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Shape 514"/>
          <p:cNvSpPr>
            <a:spLocks noGrp="1" noRot="1" noChangeAspect="1"/>
          </p:cNvSpPr>
          <p:nvPr>
            <p:ph type="sldImg"/>
          </p:nvPr>
        </p:nvSpPr>
        <p:spPr>
          <a:xfrm>
            <a:off x="381000" y="685800"/>
            <a:ext cx="6096000" cy="3429000"/>
          </a:xfrm>
          <a:prstGeom prst="rect">
            <a:avLst/>
          </a:prstGeom>
        </p:spPr>
        <p:txBody>
          <a:bodyPr/>
          <a:lstStyle/>
          <a:p>
            <a:endParaRPr/>
          </a:p>
        </p:txBody>
      </p:sp>
      <p:sp>
        <p:nvSpPr>
          <p:cNvPr id="515" name="Shape 515"/>
          <p:cNvSpPr>
            <a:spLocks noGrp="1"/>
          </p:cNvSpPr>
          <p:nvPr>
            <p:ph type="body" sz="quarter" idx="1"/>
          </p:nvPr>
        </p:nvSpPr>
        <p:spPr>
          <a:prstGeom prst="rect">
            <a:avLst/>
          </a:prstGeom>
        </p:spPr>
        <p:txBody>
          <a:bodyPr/>
          <a:lstStyle/>
          <a:p>
            <a:r>
              <a:t>Highest training participation rate: Latin America</a:t>
            </a:r>
          </a:p>
          <a:p>
            <a:r>
              <a:t>The rest: around 37-39%</a:t>
            </a:r>
          </a:p>
          <a:p>
            <a:r>
              <a:t>=&gt; Best practice , can implemented across the organization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3" name="Title Text"/>
          <p:cNvSpPr txBox="1">
            <a:spLocks noGrp="1"/>
          </p:cNvSpPr>
          <p:nvPr>
            <p:ph type="title"/>
          </p:nvPr>
        </p:nvSpPr>
        <p:spPr>
          <a:xfrm>
            <a:off x="950966" y="1503266"/>
            <a:ext cx="8516002" cy="3051201"/>
          </a:xfrm>
          <a:prstGeom prst="rect">
            <a:avLst/>
          </a:prstGeom>
        </p:spPr>
        <p:txBody>
          <a:bodyPr anchor="b"/>
          <a:lstStyle>
            <a:lvl1pPr>
              <a:defRPr sz="6200"/>
            </a:lvl1pPr>
          </a:lstStyle>
          <a:p>
            <a:r>
              <a:t>Title Text</a:t>
            </a:r>
          </a:p>
        </p:txBody>
      </p:sp>
      <p:sp>
        <p:nvSpPr>
          <p:cNvPr id="24" name="Body Level One…"/>
          <p:cNvSpPr txBox="1">
            <a:spLocks noGrp="1"/>
          </p:cNvSpPr>
          <p:nvPr>
            <p:ph type="body" sz="quarter" idx="1"/>
          </p:nvPr>
        </p:nvSpPr>
        <p:spPr>
          <a:xfrm>
            <a:off x="951196" y="4720332"/>
            <a:ext cx="8516002" cy="634401"/>
          </a:xfrm>
          <a:prstGeom prst="rect">
            <a:avLst/>
          </a:prstGeom>
        </p:spPr>
        <p:txBody>
          <a:bodyPr>
            <a:normAutofit/>
          </a:bodyPr>
          <a:lstStyle>
            <a:lvl1pPr marL="304800" indent="-152400">
              <a:buClrTx/>
              <a:buSzTx/>
              <a:buFontTx/>
              <a:buNone/>
              <a:defRPr sz="2100"/>
            </a:lvl1pPr>
            <a:lvl2pPr marL="304800" indent="304800">
              <a:buClrTx/>
              <a:buSzTx/>
              <a:buFontTx/>
              <a:buNone/>
              <a:defRPr sz="2100"/>
            </a:lvl2pPr>
            <a:lvl3pPr marL="304800" indent="762000">
              <a:buClrTx/>
              <a:buSzTx/>
              <a:buFontTx/>
              <a:buNone/>
              <a:defRPr sz="2100"/>
            </a:lvl3pPr>
            <a:lvl4pPr marL="304800" indent="1219200">
              <a:buClrTx/>
              <a:buSzTx/>
              <a:buFontTx/>
              <a:buNone/>
              <a:defRPr sz="2100"/>
            </a:lvl4pPr>
            <a:lvl5pPr marL="304800" indent="1676400">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grpSp>
        <p:nvGrpSpPr>
          <p:cNvPr id="35" name="Google Shape;11;p2"/>
          <p:cNvGrpSpPr/>
          <p:nvPr/>
        </p:nvGrpSpPr>
        <p:grpSpPr>
          <a:xfrm>
            <a:off x="9256766" y="5921304"/>
            <a:ext cx="2242701" cy="434736"/>
            <a:chOff x="0" y="0"/>
            <a:chExt cx="2242699" cy="434735"/>
          </a:xfrm>
        </p:grpSpPr>
        <p:sp>
          <p:nvSpPr>
            <p:cNvPr id="25" name="Google Shape;12;p2"/>
            <p:cNvSpPr/>
            <p:nvPr/>
          </p:nvSpPr>
          <p:spPr>
            <a:xfrm>
              <a:off x="67123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6" name="Google Shape;13;p2"/>
            <p:cNvSpPr/>
            <p:nvPr/>
          </p:nvSpPr>
          <p:spPr>
            <a:xfrm>
              <a:off x="103144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 name="Google Shape;14;p2"/>
            <p:cNvSpPr/>
            <p:nvPr/>
          </p:nvSpPr>
          <p:spPr>
            <a:xfrm>
              <a:off x="1391652"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8" name="Google Shape;15;p2"/>
            <p:cNvSpPr/>
            <p:nvPr/>
          </p:nvSpPr>
          <p:spPr>
            <a:xfrm>
              <a:off x="1751861"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9" name="Google Shape;16;p2"/>
            <p:cNvSpPr/>
            <p:nvPr/>
          </p:nvSpPr>
          <p:spPr>
            <a:xfrm>
              <a:off x="2112070"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0" name="Google Shape;17;p2"/>
            <p:cNvSpPr/>
            <p:nvPr/>
          </p:nvSpPr>
          <p:spPr>
            <a:xfrm>
              <a:off x="0"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 name="Google Shape;18;p2"/>
            <p:cNvSpPr/>
            <p:nvPr/>
          </p:nvSpPr>
          <p:spPr>
            <a:xfrm>
              <a:off x="337676" y="312361"/>
              <a:ext cx="122375"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2" name="Google Shape;19;p2"/>
            <p:cNvSpPr/>
            <p:nvPr/>
          </p:nvSpPr>
          <p:spPr>
            <a:xfrm>
              <a:off x="675350" y="312361"/>
              <a:ext cx="122377"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3" name="Google Shape;20;p2"/>
            <p:cNvSpPr/>
            <p:nvPr/>
          </p:nvSpPr>
          <p:spPr>
            <a:xfrm>
              <a:off x="1013026"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4" name="Google Shape;21;p2"/>
            <p:cNvSpPr/>
            <p:nvPr/>
          </p:nvSpPr>
          <p:spPr>
            <a:xfrm>
              <a:off x="1350702"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grpSp>
      <p:sp>
        <p:nvSpPr>
          <p:cNvPr id="36" name="Google Shape;22;p2"/>
          <p:cNvSpPr/>
          <p:nvPr/>
        </p:nvSpPr>
        <p:spPr>
          <a:xfrm>
            <a:off x="-1170668" y="161667"/>
            <a:ext cx="1896401" cy="1896400"/>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37" name="Google Shape;23;p2"/>
          <p:cNvSpPr/>
          <p:nvPr/>
        </p:nvSpPr>
        <p:spPr>
          <a:xfrm rot="2700000">
            <a:off x="-641708" y="5094911"/>
            <a:ext cx="419741" cy="3204044"/>
          </a:xfrm>
          <a:prstGeom prst="roundRect">
            <a:avLst>
              <a:gd name="adj" fmla="val 50000"/>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38" name="Google Shape;24;p2"/>
          <p:cNvSpPr/>
          <p:nvPr/>
        </p:nvSpPr>
        <p:spPr>
          <a:xfrm rot="2703215">
            <a:off x="500862" y="5974445"/>
            <a:ext cx="302360" cy="2308563"/>
          </a:xfrm>
          <a:prstGeom prst="roundRect">
            <a:avLst>
              <a:gd name="adj" fmla="val 50000"/>
            </a:avLst>
          </a:prstGeom>
          <a:solidFill>
            <a:schemeClr val="accent2">
              <a:lumOff val="44000"/>
            </a:schemeClr>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39" name="Google Shape;25;p2"/>
          <p:cNvSpPr/>
          <p:nvPr/>
        </p:nvSpPr>
        <p:spPr>
          <a:xfrm rot="2704325">
            <a:off x="-71303" y="6175554"/>
            <a:ext cx="224860" cy="1712048"/>
          </a:xfrm>
          <a:prstGeom prst="roundRect">
            <a:avLst>
              <a:gd name="adj" fmla="val 50000"/>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grpSp>
        <p:nvGrpSpPr>
          <p:cNvPr id="45" name="Google Shape;26;p2"/>
          <p:cNvGrpSpPr/>
          <p:nvPr/>
        </p:nvGrpSpPr>
        <p:grpSpPr>
          <a:xfrm>
            <a:off x="9895841" y="-1593560"/>
            <a:ext cx="3863323" cy="4354156"/>
            <a:chOff x="0" y="0"/>
            <a:chExt cx="3863322" cy="4354155"/>
          </a:xfrm>
        </p:grpSpPr>
        <p:sp>
          <p:nvSpPr>
            <p:cNvPr id="40" name="Google Shape;27;p2"/>
            <p:cNvSpPr/>
            <p:nvPr/>
          </p:nvSpPr>
          <p:spPr>
            <a:xfrm rot="2700000">
              <a:off x="2372253" y="622736"/>
              <a:ext cx="419740"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41" name="Google Shape;28;p2"/>
            <p:cNvSpPr/>
            <p:nvPr/>
          </p:nvSpPr>
          <p:spPr>
            <a:xfrm rot="2700000">
              <a:off x="1071330" y="-320822"/>
              <a:ext cx="419740"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42" name="Google Shape;29;p2"/>
            <p:cNvSpPr/>
            <p:nvPr/>
          </p:nvSpPr>
          <p:spPr>
            <a:xfrm rot="2703215">
              <a:off x="2072756" y="2277437"/>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43" name="Google Shape;30;p2"/>
            <p:cNvSpPr/>
            <p:nvPr/>
          </p:nvSpPr>
          <p:spPr>
            <a:xfrm rot="2703215">
              <a:off x="1898650" y="201464"/>
              <a:ext cx="302360" cy="230856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44" name="Google Shape;31;p2"/>
            <p:cNvSpPr/>
            <p:nvPr/>
          </p:nvSpPr>
          <p:spPr>
            <a:xfrm rot="2704325">
              <a:off x="1698989" y="1368746"/>
              <a:ext cx="224861" cy="1712048"/>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53" name="Title Text"/>
          <p:cNvSpPr txBox="1">
            <a:spLocks noGrp="1"/>
          </p:cNvSpPr>
          <p:nvPr>
            <p:ph type="title"/>
          </p:nvPr>
        </p:nvSpPr>
        <p:spPr>
          <a:xfrm>
            <a:off x="5691032" y="3334599"/>
            <a:ext cx="5550001" cy="2168801"/>
          </a:xfrm>
          <a:prstGeom prst="rect">
            <a:avLst/>
          </a:prstGeom>
        </p:spPr>
        <p:txBody>
          <a:bodyPr/>
          <a:lstStyle>
            <a:lvl1pPr>
              <a:defRPr sz="5700"/>
            </a:lvl1pPr>
          </a:lstStyle>
          <a:p>
            <a:r>
              <a:t>Title Text</a:t>
            </a:r>
          </a:p>
        </p:txBody>
      </p:sp>
      <p:sp>
        <p:nvSpPr>
          <p:cNvPr id="54" name="Google Shape;35;p3"/>
          <p:cNvSpPr>
            <a:spLocks noGrp="1"/>
          </p:cNvSpPr>
          <p:nvPr>
            <p:ph type="pic" sz="quarter" idx="21"/>
          </p:nvPr>
        </p:nvSpPr>
        <p:spPr>
          <a:xfrm>
            <a:off x="950966" y="1409799"/>
            <a:ext cx="4038401" cy="4038402"/>
          </a:xfrm>
          <a:prstGeom prst="rect">
            <a:avLst/>
          </a:prstGeom>
          <a:ln w="28575">
            <a:solidFill>
              <a:schemeClr val="accent2">
                <a:lumOff val="44000"/>
              </a:schemeClr>
            </a:solidFill>
            <a:round/>
          </a:ln>
        </p:spPr>
        <p:txBody>
          <a:bodyPr lIns="91439" tIns="45719" rIns="91439" bIns="45719"/>
          <a:lstStyle/>
          <a:p>
            <a:endParaRPr/>
          </a:p>
        </p:txBody>
      </p:sp>
      <p:grpSp>
        <p:nvGrpSpPr>
          <p:cNvPr id="60" name="Google Shape;36;p3"/>
          <p:cNvGrpSpPr/>
          <p:nvPr/>
        </p:nvGrpSpPr>
        <p:grpSpPr>
          <a:xfrm>
            <a:off x="7366241" y="-1843060"/>
            <a:ext cx="5313432" cy="3012226"/>
            <a:chOff x="0" y="0"/>
            <a:chExt cx="5313431" cy="3012224"/>
          </a:xfrm>
        </p:grpSpPr>
        <p:sp>
          <p:nvSpPr>
            <p:cNvPr id="55" name="Google Shape;37;p3"/>
            <p:cNvSpPr/>
            <p:nvPr/>
          </p:nvSpPr>
          <p:spPr>
            <a:xfrm rot="2700000">
              <a:off x="3391020" y="129002"/>
              <a:ext cx="419739"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56" name="Google Shape;38;p3"/>
            <p:cNvSpPr/>
            <p:nvPr/>
          </p:nvSpPr>
          <p:spPr>
            <a:xfrm rot="2700000">
              <a:off x="1071330" y="-320822"/>
              <a:ext cx="419740" cy="320404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57" name="Google Shape;39;p3"/>
            <p:cNvSpPr/>
            <p:nvPr/>
          </p:nvSpPr>
          <p:spPr>
            <a:xfrm rot="2703215">
              <a:off x="4238489" y="620637"/>
              <a:ext cx="302360"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58" name="Google Shape;40;p3"/>
            <p:cNvSpPr/>
            <p:nvPr/>
          </p:nvSpPr>
          <p:spPr>
            <a:xfrm rot="2703215">
              <a:off x="2299350" y="218730"/>
              <a:ext cx="302360"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59" name="Google Shape;41;p3"/>
            <p:cNvSpPr/>
            <p:nvPr/>
          </p:nvSpPr>
          <p:spPr>
            <a:xfrm rot="2704325">
              <a:off x="2373822" y="1238346"/>
              <a:ext cx="224861" cy="1712048"/>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nd two columns">
    <p:spTree>
      <p:nvGrpSpPr>
        <p:cNvPr id="1" name=""/>
        <p:cNvGrpSpPr/>
        <p:nvPr/>
      </p:nvGrpSpPr>
      <p:grpSpPr>
        <a:xfrm>
          <a:off x="0" y="0"/>
          <a:ext cx="0" cy="0"/>
          <a:chOff x="0" y="0"/>
          <a:chExt cx="0" cy="0"/>
        </a:xfrm>
      </p:grpSpPr>
      <p:sp>
        <p:nvSpPr>
          <p:cNvPr id="68" name="Title Text"/>
          <p:cNvSpPr txBox="1">
            <a:spLocks noGrp="1"/>
          </p:cNvSpPr>
          <p:nvPr>
            <p:ph type="title"/>
          </p:nvPr>
        </p:nvSpPr>
        <p:spPr>
          <a:prstGeom prst="rect">
            <a:avLst/>
          </a:prstGeom>
        </p:spPr>
        <p:txBody>
          <a:bodyPr/>
          <a:lstStyle/>
          <a:p>
            <a:r>
              <a:t>Title Text</a:t>
            </a:r>
          </a:p>
        </p:txBody>
      </p:sp>
      <p:sp>
        <p:nvSpPr>
          <p:cNvPr id="69" name="Body Level One…"/>
          <p:cNvSpPr txBox="1">
            <a:spLocks noGrp="1"/>
          </p:cNvSpPr>
          <p:nvPr>
            <p:ph type="body" sz="quarter" idx="1"/>
          </p:nvPr>
        </p:nvSpPr>
        <p:spPr>
          <a:xfrm>
            <a:off x="5846764" y="3737000"/>
            <a:ext cx="3340801" cy="1939201"/>
          </a:xfrm>
          <a:prstGeom prst="rect">
            <a:avLst/>
          </a:prstGeom>
        </p:spPr>
        <p:txBody>
          <a:bodyPr>
            <a:normAutofit/>
          </a:bodyPr>
          <a:lstStyle>
            <a:lvl1pPr marL="304800" indent="-152400">
              <a:buClrTx/>
              <a:buSzTx/>
              <a:buFontTx/>
              <a:buNone/>
            </a:lvl1pPr>
            <a:lvl2pPr marL="304800" indent="304800">
              <a:buClrTx/>
              <a:buSzTx/>
              <a:buFontTx/>
              <a:buNone/>
            </a:lvl2pPr>
            <a:lvl3pPr marL="304800" indent="762000">
              <a:buClrTx/>
              <a:buSzTx/>
              <a:buFontTx/>
              <a:buNone/>
            </a:lvl3pPr>
            <a:lvl4pPr marL="304800" indent="1219200">
              <a:buClrTx/>
              <a:buSzTx/>
              <a:buFontTx/>
              <a:buNone/>
            </a:lvl4pPr>
            <a:lvl5pPr marL="304800" indent="1676400">
              <a:buClrTx/>
              <a:buSzTx/>
              <a:buFontTx/>
              <a:buNone/>
            </a:lvl5pPr>
          </a:lstStyle>
          <a:p>
            <a:r>
              <a:t>Body Level One</a:t>
            </a:r>
          </a:p>
          <a:p>
            <a:pPr lvl="1"/>
            <a:r>
              <a:t>Body Level Two</a:t>
            </a:r>
          </a:p>
          <a:p>
            <a:pPr lvl="2"/>
            <a:r>
              <a:t>Body Level Three</a:t>
            </a:r>
          </a:p>
          <a:p>
            <a:pPr lvl="3"/>
            <a:r>
              <a:t>Body Level Four</a:t>
            </a:r>
          </a:p>
          <a:p>
            <a:pPr lvl="4"/>
            <a:r>
              <a:t>Body Level Five</a:t>
            </a:r>
          </a:p>
        </p:txBody>
      </p:sp>
      <p:grpSp>
        <p:nvGrpSpPr>
          <p:cNvPr id="77" name="Google Shape;57;p5"/>
          <p:cNvGrpSpPr/>
          <p:nvPr/>
        </p:nvGrpSpPr>
        <p:grpSpPr>
          <a:xfrm>
            <a:off x="10015041" y="1613050"/>
            <a:ext cx="3702900" cy="5908774"/>
            <a:chOff x="0" y="0"/>
            <a:chExt cx="3702899" cy="5908772"/>
          </a:xfrm>
        </p:grpSpPr>
        <p:sp>
          <p:nvSpPr>
            <p:cNvPr id="70" name="Google Shape;58;p5"/>
            <p:cNvSpPr/>
            <p:nvPr/>
          </p:nvSpPr>
          <p:spPr>
            <a:xfrm rot="2700000">
              <a:off x="2134719" y="2812160"/>
              <a:ext cx="419740" cy="320404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1" name="Google Shape;59;p5"/>
            <p:cNvSpPr/>
            <p:nvPr/>
          </p:nvSpPr>
          <p:spPr>
            <a:xfrm rot="2700000">
              <a:off x="2211830" y="-163564"/>
              <a:ext cx="419739"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2" name="Google Shape;60;p5"/>
            <p:cNvSpPr/>
            <p:nvPr/>
          </p:nvSpPr>
          <p:spPr>
            <a:xfrm rot="2703215">
              <a:off x="1874288" y="1473428"/>
              <a:ext cx="302360" cy="2308563"/>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3" name="Google Shape;61;p5"/>
            <p:cNvSpPr/>
            <p:nvPr/>
          </p:nvSpPr>
          <p:spPr>
            <a:xfrm rot="2703215">
              <a:off x="1809816" y="-231846"/>
              <a:ext cx="302360" cy="230856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4" name="Google Shape;62;p5"/>
            <p:cNvSpPr/>
            <p:nvPr/>
          </p:nvSpPr>
          <p:spPr>
            <a:xfrm rot="2704325">
              <a:off x="1948222" y="2356704"/>
              <a:ext cx="224861" cy="1712047"/>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5" name="Google Shape;63;p5"/>
            <p:cNvSpPr/>
            <p:nvPr/>
          </p:nvSpPr>
          <p:spPr>
            <a:xfrm rot="2703215">
              <a:off x="772583" y="3832054"/>
              <a:ext cx="302360"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76" name="Google Shape;64;p5"/>
            <p:cNvSpPr/>
            <p:nvPr/>
          </p:nvSpPr>
          <p:spPr>
            <a:xfrm rot="2704325">
              <a:off x="2381988" y="2522137"/>
              <a:ext cx="224861" cy="1712047"/>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85" name="Title Text"/>
          <p:cNvSpPr txBox="1">
            <a:spLocks noGrp="1"/>
          </p:cNvSpPr>
          <p:nvPr>
            <p:ph type="title"/>
          </p:nvPr>
        </p:nvSpPr>
        <p:spPr>
          <a:prstGeom prst="rect">
            <a:avLst/>
          </a:prstGeom>
        </p:spPr>
        <p:txBody>
          <a:bodyPr/>
          <a:lstStyle/>
          <a:p>
            <a:r>
              <a:t>Title Text</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One column text">
    <p:spTree>
      <p:nvGrpSpPr>
        <p:cNvPr id="1" name=""/>
        <p:cNvGrpSpPr/>
        <p:nvPr/>
      </p:nvGrpSpPr>
      <p:grpSpPr>
        <a:xfrm>
          <a:off x="0" y="0"/>
          <a:ext cx="0" cy="0"/>
          <a:chOff x="0" y="0"/>
          <a:chExt cx="0" cy="0"/>
        </a:xfrm>
      </p:grpSpPr>
      <p:sp>
        <p:nvSpPr>
          <p:cNvPr id="93" name="Title Text"/>
          <p:cNvSpPr txBox="1">
            <a:spLocks noGrp="1"/>
          </p:cNvSpPr>
          <p:nvPr>
            <p:ph type="title"/>
          </p:nvPr>
        </p:nvSpPr>
        <p:spPr>
          <a:xfrm>
            <a:off x="950966" y="1171799"/>
            <a:ext cx="5480801" cy="1370401"/>
          </a:xfrm>
          <a:prstGeom prst="rect">
            <a:avLst/>
          </a:prstGeom>
        </p:spPr>
        <p:txBody>
          <a:bodyPr anchor="b"/>
          <a:lstStyle/>
          <a:p>
            <a:r>
              <a:t>Title Text</a:t>
            </a:r>
          </a:p>
        </p:txBody>
      </p:sp>
      <p:sp>
        <p:nvSpPr>
          <p:cNvPr id="94" name="Body Level One…"/>
          <p:cNvSpPr txBox="1">
            <a:spLocks noGrp="1"/>
          </p:cNvSpPr>
          <p:nvPr>
            <p:ph type="body" sz="half" idx="1"/>
          </p:nvPr>
        </p:nvSpPr>
        <p:spPr>
          <a:xfrm>
            <a:off x="950966" y="2621800"/>
            <a:ext cx="5480801" cy="3064401"/>
          </a:xfrm>
          <a:prstGeom prst="rect">
            <a:avLst/>
          </a:prstGeom>
        </p:spPr>
        <p:txBody>
          <a:bodyPr>
            <a:normAutofit/>
          </a:bodyPr>
          <a:lstStyle>
            <a:lvl1pPr>
              <a:buFontTx/>
              <a:buAutoNum type="arabicPeriod"/>
            </a:lvl1pPr>
            <a:lvl2pPr>
              <a:buFontTx/>
              <a:buAutoNum type="alphaLcPeriod"/>
            </a:lvl2pPr>
            <a:lvl3pPr>
              <a:buFontTx/>
              <a:buAutoNum type="romanLcPeriod"/>
            </a:lvl3pPr>
            <a:lvl4pPr>
              <a:buFontTx/>
              <a:buAutoNum type="arabicPeriod"/>
            </a:lvl4pPr>
            <a:lvl5pPr>
              <a:buFontTx/>
              <a:buAutoNum type="alphaLcPeriod"/>
            </a:lvl5pPr>
          </a:lstStyle>
          <a:p>
            <a:r>
              <a:t>Body Level One</a:t>
            </a:r>
          </a:p>
          <a:p>
            <a:pPr lvl="1"/>
            <a:r>
              <a:t>Body Level Two</a:t>
            </a:r>
          </a:p>
          <a:p>
            <a:pPr lvl="2"/>
            <a:r>
              <a:t>Body Level Three</a:t>
            </a:r>
          </a:p>
          <a:p>
            <a:pPr lvl="3"/>
            <a:r>
              <a:t>Body Level Four</a:t>
            </a:r>
          </a:p>
          <a:p>
            <a:pPr lvl="4"/>
            <a:r>
              <a:t>Body Level Five</a:t>
            </a:r>
          </a:p>
        </p:txBody>
      </p:sp>
      <p:sp>
        <p:nvSpPr>
          <p:cNvPr id="95" name="Google Shape;82;p7"/>
          <p:cNvSpPr>
            <a:spLocks noGrp="1"/>
          </p:cNvSpPr>
          <p:nvPr>
            <p:ph type="pic" sz="quarter" idx="21"/>
          </p:nvPr>
        </p:nvSpPr>
        <p:spPr>
          <a:xfrm>
            <a:off x="7202633" y="1409799"/>
            <a:ext cx="4038401" cy="4038402"/>
          </a:xfrm>
          <a:prstGeom prst="rect">
            <a:avLst/>
          </a:prstGeom>
          <a:ln w="28575">
            <a:solidFill>
              <a:schemeClr val="accent2">
                <a:lumOff val="44000"/>
              </a:schemeClr>
            </a:solidFill>
            <a:round/>
          </a:ln>
        </p:spPr>
        <p:txBody>
          <a:bodyPr lIns="91439" tIns="45719" rIns="91439" bIns="45719"/>
          <a:lstStyle/>
          <a:p>
            <a:endParaRPr/>
          </a:p>
        </p:txBody>
      </p:sp>
      <p:sp>
        <p:nvSpPr>
          <p:cNvPr id="96" name="Google Shape;83;p7"/>
          <p:cNvSpPr/>
          <p:nvPr/>
        </p:nvSpPr>
        <p:spPr>
          <a:xfrm>
            <a:off x="-724234" y="-430534"/>
            <a:ext cx="1675202" cy="1675202"/>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Main point">
    <p:spTree>
      <p:nvGrpSpPr>
        <p:cNvPr id="1" name=""/>
        <p:cNvGrpSpPr/>
        <p:nvPr/>
      </p:nvGrpSpPr>
      <p:grpSpPr>
        <a:xfrm>
          <a:off x="0" y="0"/>
          <a:ext cx="0" cy="0"/>
          <a:chOff x="0" y="0"/>
          <a:chExt cx="0" cy="0"/>
        </a:xfrm>
      </p:grpSpPr>
      <p:sp>
        <p:nvSpPr>
          <p:cNvPr id="104" name="Title Text"/>
          <p:cNvSpPr txBox="1">
            <a:spLocks noGrp="1"/>
          </p:cNvSpPr>
          <p:nvPr>
            <p:ph type="title"/>
          </p:nvPr>
        </p:nvSpPr>
        <p:spPr>
          <a:xfrm>
            <a:off x="3090599" y="1742800"/>
            <a:ext cx="6010802" cy="3372400"/>
          </a:xfrm>
          <a:prstGeom prst="rect">
            <a:avLst/>
          </a:prstGeom>
        </p:spPr>
        <p:txBody>
          <a:bodyPr anchor="ctr"/>
          <a:lstStyle>
            <a:lvl1pPr algn="ctr">
              <a:lnSpc>
                <a:spcPct val="80000"/>
              </a:lnSpc>
              <a:defRPr sz="8000"/>
            </a:lvl1pPr>
          </a:lstStyle>
          <a:p>
            <a:r>
              <a:t>Title Text</a:t>
            </a: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Section title and description">
    <p:spTree>
      <p:nvGrpSpPr>
        <p:cNvPr id="1" name=""/>
        <p:cNvGrpSpPr/>
        <p:nvPr/>
      </p:nvGrpSpPr>
      <p:grpSpPr>
        <a:xfrm>
          <a:off x="0" y="0"/>
          <a:ext cx="0" cy="0"/>
          <a:chOff x="0" y="0"/>
          <a:chExt cx="0" cy="0"/>
        </a:xfrm>
      </p:grpSpPr>
      <p:sp>
        <p:nvSpPr>
          <p:cNvPr id="112" name="Title Text"/>
          <p:cNvSpPr txBox="1">
            <a:spLocks noGrp="1"/>
          </p:cNvSpPr>
          <p:nvPr>
            <p:ph type="title"/>
          </p:nvPr>
        </p:nvSpPr>
        <p:spPr>
          <a:xfrm>
            <a:off x="2847400" y="1585466"/>
            <a:ext cx="6497200" cy="2619201"/>
          </a:xfrm>
          <a:prstGeom prst="rect">
            <a:avLst/>
          </a:prstGeom>
        </p:spPr>
        <p:txBody>
          <a:bodyPr anchor="b"/>
          <a:lstStyle>
            <a:lvl1pPr algn="ctr">
              <a:defRPr sz="8000"/>
            </a:lvl1pPr>
          </a:lstStyle>
          <a:p>
            <a:r>
              <a:t>Title Text</a:t>
            </a:r>
          </a:p>
        </p:txBody>
      </p:sp>
      <p:sp>
        <p:nvSpPr>
          <p:cNvPr id="113" name="Body Level One…"/>
          <p:cNvSpPr txBox="1">
            <a:spLocks noGrp="1"/>
          </p:cNvSpPr>
          <p:nvPr>
            <p:ph type="body" sz="quarter" idx="1"/>
          </p:nvPr>
        </p:nvSpPr>
        <p:spPr>
          <a:xfrm>
            <a:off x="2847400" y="4204666"/>
            <a:ext cx="6497200" cy="894802"/>
          </a:xfrm>
          <a:prstGeom prst="rect">
            <a:avLst/>
          </a:prstGeom>
        </p:spPr>
        <p:txBody>
          <a:bodyPr>
            <a:normAutofit/>
          </a:bodyPr>
          <a:lstStyle>
            <a:lvl1pPr marL="304800" indent="-152400" algn="ctr">
              <a:buClrTx/>
              <a:buSzTx/>
              <a:buFontTx/>
              <a:buNone/>
              <a:defRPr sz="2100"/>
            </a:lvl1pPr>
            <a:lvl2pPr marL="304800" indent="304800" algn="ctr">
              <a:buClrTx/>
              <a:buSzTx/>
              <a:buFontTx/>
              <a:buNone/>
              <a:defRPr sz="2100"/>
            </a:lvl2pPr>
            <a:lvl3pPr marL="304800" indent="762000" algn="ctr">
              <a:buClrTx/>
              <a:buSzTx/>
              <a:buFontTx/>
              <a:buNone/>
              <a:defRPr sz="2100"/>
            </a:lvl3pPr>
            <a:lvl4pPr marL="304800" indent="1219200" algn="ctr">
              <a:buClrTx/>
              <a:buSzTx/>
              <a:buFontTx/>
              <a:buNone/>
              <a:defRPr sz="2100"/>
            </a:lvl4pPr>
            <a:lvl5pPr marL="304800" indent="1676400" algn="ctr">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1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aption">
    <p:spTree>
      <p:nvGrpSpPr>
        <p:cNvPr id="1" name=""/>
        <p:cNvGrpSpPr/>
        <p:nvPr/>
      </p:nvGrpSpPr>
      <p:grpSpPr>
        <a:xfrm>
          <a:off x="0" y="0"/>
          <a:ext cx="0" cy="0"/>
          <a:chOff x="0" y="0"/>
          <a:chExt cx="0" cy="0"/>
        </a:xfrm>
      </p:grpSpPr>
      <p:sp>
        <p:nvSpPr>
          <p:cNvPr id="121" name="Google Shape;90;p10"/>
          <p:cNvSpPr>
            <a:spLocks noGrp="1"/>
          </p:cNvSpPr>
          <p:nvPr>
            <p:ph type="pic" idx="21"/>
          </p:nvPr>
        </p:nvSpPr>
        <p:spPr>
          <a:xfrm>
            <a:off x="0" y="0"/>
            <a:ext cx="12192000" cy="6858000"/>
          </a:xfrm>
          <a:prstGeom prst="rect">
            <a:avLst/>
          </a:prstGeom>
        </p:spPr>
        <p:txBody>
          <a:bodyPr lIns="91439" tIns="45719" rIns="91439" bIns="45719"/>
          <a:lstStyle/>
          <a:p>
            <a:endParaRPr/>
          </a:p>
        </p:txBody>
      </p:sp>
      <p:sp>
        <p:nvSpPr>
          <p:cNvPr id="122" name="Title Text"/>
          <p:cNvSpPr txBox="1">
            <a:spLocks noGrp="1"/>
          </p:cNvSpPr>
          <p:nvPr>
            <p:ph type="title"/>
          </p:nvPr>
        </p:nvSpPr>
        <p:spPr>
          <a:xfrm>
            <a:off x="2598399" y="5352600"/>
            <a:ext cx="6995202" cy="588801"/>
          </a:xfrm>
          <a:prstGeom prst="rect">
            <a:avLst/>
          </a:prstGeom>
          <a:solidFill>
            <a:schemeClr val="accent2">
              <a:lumOff val="44000"/>
            </a:schemeClr>
          </a:solidFill>
        </p:spPr>
        <p:txBody>
          <a:bodyPr/>
          <a:lstStyle>
            <a:lvl1pPr algn="ctr">
              <a:defRPr sz="2400">
                <a:solidFill>
                  <a:srgbClr val="263147"/>
                </a:solidFill>
              </a:defRPr>
            </a:lvl1pPr>
          </a:lstStyle>
          <a:p>
            <a:r>
              <a:t>Title Text</a:t>
            </a:r>
          </a:p>
        </p:txBody>
      </p:sp>
      <p:sp>
        <p:nvSpPr>
          <p:cNvPr id="1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Big number">
    <p:spTree>
      <p:nvGrpSpPr>
        <p:cNvPr id="1" name=""/>
        <p:cNvGrpSpPr/>
        <p:nvPr/>
      </p:nvGrpSpPr>
      <p:grpSpPr>
        <a:xfrm>
          <a:off x="0" y="0"/>
          <a:ext cx="0" cy="0"/>
          <a:chOff x="0" y="0"/>
          <a:chExt cx="0" cy="0"/>
        </a:xfrm>
      </p:grpSpPr>
      <p:sp>
        <p:nvSpPr>
          <p:cNvPr id="130" name="xx%"/>
          <p:cNvSpPr txBox="1">
            <a:spLocks noGrp="1"/>
          </p:cNvSpPr>
          <p:nvPr>
            <p:ph type="title" hasCustomPrompt="1"/>
          </p:nvPr>
        </p:nvSpPr>
        <p:spPr>
          <a:xfrm>
            <a:off x="1711999" y="2407232"/>
            <a:ext cx="8768001" cy="1407201"/>
          </a:xfrm>
          <a:prstGeom prst="rect">
            <a:avLst/>
          </a:prstGeom>
        </p:spPr>
        <p:txBody>
          <a:bodyPr anchor="b"/>
          <a:lstStyle>
            <a:lvl1pPr algn="ctr">
              <a:defRPr sz="8000">
                <a:solidFill>
                  <a:srgbClr val="4DD2EB"/>
                </a:solidFill>
              </a:defRPr>
            </a:lvl1pPr>
          </a:lstStyle>
          <a:p>
            <a:r>
              <a:t>xx%</a:t>
            </a:r>
          </a:p>
        </p:txBody>
      </p:sp>
      <p:sp>
        <p:nvSpPr>
          <p:cNvPr id="131" name="Body Level One…"/>
          <p:cNvSpPr txBox="1">
            <a:spLocks noGrp="1"/>
          </p:cNvSpPr>
          <p:nvPr>
            <p:ph type="body" sz="quarter" idx="1"/>
          </p:nvPr>
        </p:nvSpPr>
        <p:spPr>
          <a:xfrm>
            <a:off x="1711999" y="3787966"/>
            <a:ext cx="8768001" cy="662801"/>
          </a:xfrm>
          <a:prstGeom prst="rect">
            <a:avLst/>
          </a:prstGeom>
        </p:spPr>
        <p:txBody>
          <a:bodyPr>
            <a:normAutofit/>
          </a:bodyPr>
          <a:lstStyle>
            <a:lvl1pPr marL="304800" indent="-152400" algn="ctr">
              <a:buClrTx/>
              <a:buSzTx/>
              <a:buFontTx/>
              <a:buNone/>
              <a:defRPr sz="2100"/>
            </a:lvl1pPr>
            <a:lvl2pPr marL="304800" indent="304800" algn="ctr">
              <a:buClrTx/>
              <a:buSzTx/>
              <a:buFontTx/>
              <a:buNone/>
              <a:defRPr sz="2100"/>
            </a:lvl2pPr>
            <a:lvl3pPr marL="304800" indent="762000" algn="ctr">
              <a:buClrTx/>
              <a:buSzTx/>
              <a:buFontTx/>
              <a:buNone/>
              <a:defRPr sz="2100"/>
            </a:lvl3pPr>
            <a:lvl4pPr marL="304800" indent="1219200" algn="ctr">
              <a:buClrTx/>
              <a:buSzTx/>
              <a:buFontTx/>
              <a:buNone/>
              <a:defRPr sz="2100"/>
            </a:lvl4pPr>
            <a:lvl5pPr marL="304800" indent="1676400" algn="ctr">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grpSp>
        <p:nvGrpSpPr>
          <p:cNvPr id="137" name="Google Shape;95;p11"/>
          <p:cNvGrpSpPr/>
          <p:nvPr/>
        </p:nvGrpSpPr>
        <p:grpSpPr>
          <a:xfrm>
            <a:off x="7366241" y="-1843060"/>
            <a:ext cx="5313432" cy="3012226"/>
            <a:chOff x="0" y="0"/>
            <a:chExt cx="5313431" cy="3012224"/>
          </a:xfrm>
        </p:grpSpPr>
        <p:sp>
          <p:nvSpPr>
            <p:cNvPr id="132" name="Google Shape;96;p11"/>
            <p:cNvSpPr/>
            <p:nvPr/>
          </p:nvSpPr>
          <p:spPr>
            <a:xfrm rot="2700000">
              <a:off x="3391020" y="129002"/>
              <a:ext cx="419739"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33" name="Google Shape;97;p11"/>
            <p:cNvSpPr/>
            <p:nvPr/>
          </p:nvSpPr>
          <p:spPr>
            <a:xfrm rot="2700000">
              <a:off x="1071330" y="-320822"/>
              <a:ext cx="419740" cy="320404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34" name="Google Shape;98;p11"/>
            <p:cNvSpPr/>
            <p:nvPr/>
          </p:nvSpPr>
          <p:spPr>
            <a:xfrm rot="2703215">
              <a:off x="4238489" y="620637"/>
              <a:ext cx="302360"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35" name="Google Shape;99;p11"/>
            <p:cNvSpPr/>
            <p:nvPr/>
          </p:nvSpPr>
          <p:spPr>
            <a:xfrm rot="2703215">
              <a:off x="2299350" y="218730"/>
              <a:ext cx="302360"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36" name="Google Shape;100;p11"/>
            <p:cNvSpPr/>
            <p:nvPr/>
          </p:nvSpPr>
          <p:spPr>
            <a:xfrm rot="2704325">
              <a:off x="2373822" y="1238346"/>
              <a:ext cx="224861" cy="1712048"/>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grpSp>
        <p:nvGrpSpPr>
          <p:cNvPr id="143" name="Google Shape;101;p11"/>
          <p:cNvGrpSpPr/>
          <p:nvPr/>
        </p:nvGrpSpPr>
        <p:grpSpPr>
          <a:xfrm>
            <a:off x="-1480594" y="4975374"/>
            <a:ext cx="5467733" cy="3475126"/>
            <a:chOff x="0" y="0"/>
            <a:chExt cx="5467731" cy="3475124"/>
          </a:xfrm>
        </p:grpSpPr>
        <p:sp>
          <p:nvSpPr>
            <p:cNvPr id="138" name="Google Shape;102;p11"/>
            <p:cNvSpPr/>
            <p:nvPr/>
          </p:nvSpPr>
          <p:spPr>
            <a:xfrm rot="2700000">
              <a:off x="3253853" y="591902"/>
              <a:ext cx="419739" cy="320404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39" name="Google Shape;103;p11"/>
            <p:cNvSpPr/>
            <p:nvPr/>
          </p:nvSpPr>
          <p:spPr>
            <a:xfrm rot="2700000">
              <a:off x="1071330" y="-320822"/>
              <a:ext cx="419740" cy="320404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40" name="Google Shape;104;p11"/>
            <p:cNvSpPr/>
            <p:nvPr/>
          </p:nvSpPr>
          <p:spPr>
            <a:xfrm rot="2703215">
              <a:off x="4392789" y="894937"/>
              <a:ext cx="302359"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41" name="Google Shape;105;p11"/>
            <p:cNvSpPr/>
            <p:nvPr/>
          </p:nvSpPr>
          <p:spPr>
            <a:xfrm rot="2703215">
              <a:off x="1544984" y="621630"/>
              <a:ext cx="302359"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42" name="Google Shape;106;p11"/>
            <p:cNvSpPr/>
            <p:nvPr/>
          </p:nvSpPr>
          <p:spPr>
            <a:xfrm rot="2704325">
              <a:off x="2373822" y="1238346"/>
              <a:ext cx="224861" cy="1712048"/>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1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able of contents">
    <p:spTree>
      <p:nvGrpSpPr>
        <p:cNvPr id="1" name=""/>
        <p:cNvGrpSpPr/>
        <p:nvPr/>
      </p:nvGrpSpPr>
      <p:grpSpPr>
        <a:xfrm>
          <a:off x="0" y="0"/>
          <a:ext cx="0" cy="0"/>
          <a:chOff x="0" y="0"/>
          <a:chExt cx="0" cy="0"/>
        </a:xfrm>
      </p:grpSpPr>
      <p:sp>
        <p:nvSpPr>
          <p:cNvPr id="151" name="Title Text"/>
          <p:cNvSpPr txBox="1">
            <a:spLocks noGrp="1"/>
          </p:cNvSpPr>
          <p:nvPr>
            <p:ph type="title"/>
          </p:nvPr>
        </p:nvSpPr>
        <p:spPr>
          <a:prstGeom prst="rect">
            <a:avLst/>
          </a:prstGeom>
        </p:spPr>
        <p:txBody>
          <a:bodyPr/>
          <a:lstStyle/>
          <a:p>
            <a:r>
              <a:t>Title Text</a:t>
            </a:r>
          </a:p>
        </p:txBody>
      </p:sp>
      <p:sp>
        <p:nvSpPr>
          <p:cNvPr id="152" name="Body Level One…"/>
          <p:cNvSpPr txBox="1">
            <a:spLocks noGrp="1"/>
          </p:cNvSpPr>
          <p:nvPr>
            <p:ph type="body" sz="quarter" idx="1"/>
          </p:nvPr>
        </p:nvSpPr>
        <p:spPr>
          <a:xfrm>
            <a:off x="3198916" y="1892532"/>
            <a:ext cx="2662802" cy="944401"/>
          </a:xfrm>
          <a:prstGeom prst="rect">
            <a:avLst/>
          </a:prstGeom>
        </p:spPr>
        <p:txBody>
          <a:bodyPr anchor="ctr">
            <a:normAutofit/>
          </a:bodyPr>
          <a:lstStyle>
            <a:lvl1pPr marL="304800" indent="-152400">
              <a:buClrTx/>
              <a:buSzTx/>
              <a:buFontTx/>
              <a:buNone/>
              <a:defRPr sz="2400" b="1">
                <a:latin typeface="Archivo"/>
                <a:ea typeface="Archivo"/>
                <a:cs typeface="Archivo"/>
                <a:sym typeface="Archivo"/>
              </a:defRPr>
            </a:lvl1pPr>
            <a:lvl2pPr marL="304800" indent="304800">
              <a:buClrTx/>
              <a:buSzTx/>
              <a:buFontTx/>
              <a:buNone/>
              <a:defRPr sz="2400" b="1">
                <a:latin typeface="Archivo"/>
                <a:ea typeface="Archivo"/>
                <a:cs typeface="Archivo"/>
                <a:sym typeface="Archivo"/>
              </a:defRPr>
            </a:lvl2pPr>
            <a:lvl3pPr marL="304800" indent="762000">
              <a:buClrTx/>
              <a:buSzTx/>
              <a:buFontTx/>
              <a:buNone/>
              <a:defRPr sz="2400" b="1">
                <a:latin typeface="Archivo"/>
                <a:ea typeface="Archivo"/>
                <a:cs typeface="Archivo"/>
                <a:sym typeface="Archivo"/>
              </a:defRPr>
            </a:lvl3pPr>
            <a:lvl4pPr marL="304800" indent="1219200">
              <a:buClrTx/>
              <a:buSzTx/>
              <a:buFontTx/>
              <a:buNone/>
              <a:defRPr sz="2400" b="1">
                <a:latin typeface="Archivo"/>
                <a:ea typeface="Archivo"/>
                <a:cs typeface="Archivo"/>
                <a:sym typeface="Archivo"/>
              </a:defRPr>
            </a:lvl4pPr>
            <a:lvl5pPr marL="304800" indent="1676400">
              <a:buClrTx/>
              <a:buSzTx/>
              <a:buFontTx/>
              <a:buNone/>
              <a:defRPr sz="2400" b="1">
                <a:latin typeface="Archivo"/>
                <a:ea typeface="Archivo"/>
                <a:cs typeface="Archivo"/>
                <a:sym typeface="Archivo"/>
              </a:defRPr>
            </a:lvl5pPr>
          </a:lstStyle>
          <a:p>
            <a:r>
              <a:t>Body Level One</a:t>
            </a:r>
          </a:p>
          <a:p>
            <a:pPr lvl="1"/>
            <a:r>
              <a:t>Body Level Two</a:t>
            </a:r>
          </a:p>
          <a:p>
            <a:pPr lvl="2"/>
            <a:r>
              <a:t>Body Level Three</a:t>
            </a:r>
          </a:p>
          <a:p>
            <a:pPr lvl="3"/>
            <a:r>
              <a:t>Body Level Four</a:t>
            </a:r>
          </a:p>
          <a:p>
            <a:pPr lvl="4"/>
            <a:r>
              <a:t>Body Level Five</a:t>
            </a:r>
          </a:p>
        </p:txBody>
      </p:sp>
      <p:grpSp>
        <p:nvGrpSpPr>
          <p:cNvPr id="158" name="Google Shape;122;p13"/>
          <p:cNvGrpSpPr/>
          <p:nvPr/>
        </p:nvGrpSpPr>
        <p:grpSpPr>
          <a:xfrm>
            <a:off x="-1717028" y="2908541"/>
            <a:ext cx="2749024" cy="4901022"/>
            <a:chOff x="0" y="0"/>
            <a:chExt cx="2749022" cy="4901021"/>
          </a:xfrm>
        </p:grpSpPr>
        <p:sp>
          <p:nvSpPr>
            <p:cNvPr id="153" name="Google Shape;123;p13"/>
            <p:cNvSpPr/>
            <p:nvPr/>
          </p:nvSpPr>
          <p:spPr>
            <a:xfrm rot="2700000">
              <a:off x="1257953" y="1707169"/>
              <a:ext cx="419740" cy="320404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54" name="Google Shape;124;p13"/>
            <p:cNvSpPr/>
            <p:nvPr/>
          </p:nvSpPr>
          <p:spPr>
            <a:xfrm rot="2700000">
              <a:off x="1071330" y="-320822"/>
              <a:ext cx="419740"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55" name="Google Shape;125;p13"/>
            <p:cNvSpPr/>
            <p:nvPr/>
          </p:nvSpPr>
          <p:spPr>
            <a:xfrm rot="2703215">
              <a:off x="1608922" y="2824304"/>
              <a:ext cx="302360" cy="2308563"/>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56" name="Google Shape;126;p13"/>
            <p:cNvSpPr/>
            <p:nvPr/>
          </p:nvSpPr>
          <p:spPr>
            <a:xfrm rot="2703215">
              <a:off x="1434817" y="748330"/>
              <a:ext cx="302360" cy="230856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57" name="Google Shape;127;p13"/>
            <p:cNvSpPr/>
            <p:nvPr/>
          </p:nvSpPr>
          <p:spPr>
            <a:xfrm rot="2704325">
              <a:off x="1355389" y="1801580"/>
              <a:ext cx="224861" cy="1712047"/>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1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nd text">
    <p:spTree>
      <p:nvGrpSpPr>
        <p:cNvPr id="1" name=""/>
        <p:cNvGrpSpPr/>
        <p:nvPr/>
      </p:nvGrpSpPr>
      <p:grpSpPr>
        <a:xfrm>
          <a:off x="0" y="0"/>
          <a:ext cx="0" cy="0"/>
          <a:chOff x="0" y="0"/>
          <a:chExt cx="0" cy="0"/>
        </a:xfrm>
      </p:grpSpPr>
      <p:sp>
        <p:nvSpPr>
          <p:cNvPr id="166" name="Title Text"/>
          <p:cNvSpPr txBox="1">
            <a:spLocks noGrp="1"/>
          </p:cNvSpPr>
          <p:nvPr>
            <p:ph type="title"/>
          </p:nvPr>
        </p:nvSpPr>
        <p:spPr>
          <a:xfrm>
            <a:off x="1547996" y="1243414"/>
            <a:ext cx="4274000" cy="1407201"/>
          </a:xfrm>
          <a:prstGeom prst="rect">
            <a:avLst/>
          </a:prstGeom>
        </p:spPr>
        <p:txBody>
          <a:bodyPr anchor="b"/>
          <a:lstStyle/>
          <a:p>
            <a:r>
              <a:t>Title Text</a:t>
            </a:r>
          </a:p>
        </p:txBody>
      </p:sp>
      <p:sp>
        <p:nvSpPr>
          <p:cNvPr id="167" name="Body Level One…"/>
          <p:cNvSpPr txBox="1">
            <a:spLocks noGrp="1"/>
          </p:cNvSpPr>
          <p:nvPr>
            <p:ph type="body" sz="quarter" idx="1"/>
          </p:nvPr>
        </p:nvSpPr>
        <p:spPr>
          <a:xfrm>
            <a:off x="950966" y="2854214"/>
            <a:ext cx="5831601" cy="2760401"/>
          </a:xfrm>
          <a:prstGeom prst="rect">
            <a:avLst/>
          </a:prstGeom>
        </p:spPr>
        <p:txBody>
          <a:bodyPr>
            <a:normAutofit/>
          </a:bodyPr>
          <a:lstStyle>
            <a:lvl1pPr>
              <a:buFontTx/>
              <a:buAutoNum type="arabicPeriod"/>
            </a:lvl1pPr>
            <a:lvl2pPr>
              <a:buFontTx/>
              <a:buAutoNum type="alphaLcPeriod"/>
            </a:lvl2pPr>
            <a:lvl3pPr>
              <a:buFontTx/>
              <a:buAutoNum type="romanLcPeriod"/>
            </a:lvl3pPr>
            <a:lvl4pPr>
              <a:buFontTx/>
              <a:buAutoNum type="arabicPeriod"/>
            </a:lvl4pPr>
            <a:lvl5pPr>
              <a:buFontTx/>
              <a:buAutoNum type="alphaLcPeriod"/>
            </a:lvl5pPr>
          </a:lstStyle>
          <a:p>
            <a:r>
              <a:t>Body Level One</a:t>
            </a:r>
          </a:p>
          <a:p>
            <a:pPr lvl="1"/>
            <a:r>
              <a:t>Body Level Two</a:t>
            </a:r>
          </a:p>
          <a:p>
            <a:pPr lvl="2"/>
            <a:r>
              <a:t>Body Level Three</a:t>
            </a:r>
          </a:p>
          <a:p>
            <a:pPr lvl="3"/>
            <a:r>
              <a:t>Body Level Four</a:t>
            </a:r>
          </a:p>
          <a:p>
            <a:pPr lvl="4"/>
            <a:r>
              <a:t>Body Level Five</a:t>
            </a:r>
          </a:p>
        </p:txBody>
      </p:sp>
      <p:grpSp>
        <p:nvGrpSpPr>
          <p:cNvPr id="175" name="Google Shape;131;p14"/>
          <p:cNvGrpSpPr/>
          <p:nvPr/>
        </p:nvGrpSpPr>
        <p:grpSpPr>
          <a:xfrm>
            <a:off x="10015041" y="1613050"/>
            <a:ext cx="3702900" cy="5908774"/>
            <a:chOff x="0" y="0"/>
            <a:chExt cx="3702899" cy="5908772"/>
          </a:xfrm>
        </p:grpSpPr>
        <p:sp>
          <p:nvSpPr>
            <p:cNvPr id="168" name="Google Shape;132;p14"/>
            <p:cNvSpPr/>
            <p:nvPr/>
          </p:nvSpPr>
          <p:spPr>
            <a:xfrm rot="2700000">
              <a:off x="2134719" y="2812160"/>
              <a:ext cx="419740" cy="320404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69" name="Google Shape;133;p14"/>
            <p:cNvSpPr/>
            <p:nvPr/>
          </p:nvSpPr>
          <p:spPr>
            <a:xfrm rot="2700000">
              <a:off x="2211830" y="-163564"/>
              <a:ext cx="419739"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70" name="Google Shape;134;p14"/>
            <p:cNvSpPr/>
            <p:nvPr/>
          </p:nvSpPr>
          <p:spPr>
            <a:xfrm rot="2703215">
              <a:off x="1874288" y="1473428"/>
              <a:ext cx="302360" cy="2308563"/>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71" name="Google Shape;135;p14"/>
            <p:cNvSpPr/>
            <p:nvPr/>
          </p:nvSpPr>
          <p:spPr>
            <a:xfrm rot="2703215">
              <a:off x="1809816" y="-231846"/>
              <a:ext cx="302360" cy="230856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72" name="Google Shape;136;p14"/>
            <p:cNvSpPr/>
            <p:nvPr/>
          </p:nvSpPr>
          <p:spPr>
            <a:xfrm rot="2704325">
              <a:off x="1948222" y="2356704"/>
              <a:ext cx="224861" cy="1712047"/>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73" name="Google Shape;137;p14"/>
            <p:cNvSpPr/>
            <p:nvPr/>
          </p:nvSpPr>
          <p:spPr>
            <a:xfrm rot="2703215">
              <a:off x="772583" y="3832054"/>
              <a:ext cx="302360"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174" name="Google Shape;138;p14"/>
            <p:cNvSpPr/>
            <p:nvPr/>
          </p:nvSpPr>
          <p:spPr>
            <a:xfrm rot="2704325">
              <a:off x="2381988" y="2522137"/>
              <a:ext cx="224861" cy="1712047"/>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176" name="Google Shape;139;p14"/>
          <p:cNvSpPr/>
          <p:nvPr/>
        </p:nvSpPr>
        <p:spPr>
          <a:xfrm>
            <a:off x="-724234" y="-955868"/>
            <a:ext cx="1675202" cy="1675202"/>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1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nd text 1">
    <p:spTree>
      <p:nvGrpSpPr>
        <p:cNvPr id="1" name=""/>
        <p:cNvGrpSpPr/>
        <p:nvPr/>
      </p:nvGrpSpPr>
      <p:grpSpPr>
        <a:xfrm>
          <a:off x="0" y="0"/>
          <a:ext cx="0" cy="0"/>
          <a:chOff x="0" y="0"/>
          <a:chExt cx="0" cy="0"/>
        </a:xfrm>
      </p:grpSpPr>
      <p:sp>
        <p:nvSpPr>
          <p:cNvPr id="184" name="Title Text"/>
          <p:cNvSpPr txBox="1">
            <a:spLocks noGrp="1"/>
          </p:cNvSpPr>
          <p:nvPr>
            <p:ph type="title"/>
          </p:nvPr>
        </p:nvSpPr>
        <p:spPr>
          <a:xfrm>
            <a:off x="950966" y="4377599"/>
            <a:ext cx="5145201" cy="946001"/>
          </a:xfrm>
          <a:prstGeom prst="rect">
            <a:avLst/>
          </a:prstGeom>
        </p:spPr>
        <p:txBody>
          <a:bodyPr/>
          <a:lstStyle/>
          <a:p>
            <a:r>
              <a:t>Title Text</a:t>
            </a:r>
          </a:p>
        </p:txBody>
      </p:sp>
      <p:sp>
        <p:nvSpPr>
          <p:cNvPr id="185" name="Body Level One…"/>
          <p:cNvSpPr txBox="1">
            <a:spLocks noGrp="1"/>
          </p:cNvSpPr>
          <p:nvPr>
            <p:ph type="body" sz="quarter" idx="1"/>
          </p:nvPr>
        </p:nvSpPr>
        <p:spPr>
          <a:xfrm>
            <a:off x="950966" y="5095866"/>
            <a:ext cx="5145201" cy="1042801"/>
          </a:xfrm>
          <a:prstGeom prst="rect">
            <a:avLst/>
          </a:prstGeom>
        </p:spPr>
        <p:txBody>
          <a:bodyPr>
            <a:normAutofit/>
          </a:bodyPr>
          <a:lstStyle>
            <a:lvl1pPr marL="304800" indent="-152400">
              <a:buClrTx/>
              <a:buSzTx/>
              <a:buFontTx/>
              <a:buNone/>
            </a:lvl1pPr>
            <a:lvl2pPr marL="304800" indent="304800">
              <a:buClrTx/>
              <a:buSzTx/>
              <a:buFontTx/>
              <a:buNone/>
            </a:lvl2pPr>
            <a:lvl3pPr marL="304800" indent="762000">
              <a:buClrTx/>
              <a:buSzTx/>
              <a:buFontTx/>
              <a:buNone/>
            </a:lvl3pPr>
            <a:lvl4pPr marL="304800" indent="1219200">
              <a:buClrTx/>
              <a:buSzTx/>
              <a:buFontTx/>
              <a:buNone/>
            </a:lvl4pPr>
            <a:lvl5pPr marL="304800" indent="1676400">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186" name="Google Shape;143;p15"/>
          <p:cNvSpPr>
            <a:spLocks noGrp="1"/>
          </p:cNvSpPr>
          <p:nvPr>
            <p:ph type="pic" sz="quarter" idx="21"/>
          </p:nvPr>
        </p:nvSpPr>
        <p:spPr>
          <a:xfrm>
            <a:off x="950966" y="719333"/>
            <a:ext cx="3436401" cy="3436400"/>
          </a:xfrm>
          <a:prstGeom prst="rect">
            <a:avLst/>
          </a:prstGeom>
          <a:ln w="28575">
            <a:solidFill>
              <a:schemeClr val="accent2">
                <a:lumOff val="44000"/>
              </a:schemeClr>
            </a:solidFill>
            <a:round/>
          </a:ln>
        </p:spPr>
        <p:txBody>
          <a:bodyPr lIns="91439" tIns="45719" rIns="91439" bIns="45719"/>
          <a:lstStyle/>
          <a:p>
            <a:endParaRPr/>
          </a:p>
        </p:txBody>
      </p:sp>
      <p:sp>
        <p:nvSpPr>
          <p:cNvPr id="187" name="Google Shape;144;p15"/>
          <p:cNvSpPr>
            <a:spLocks noGrp="1"/>
          </p:cNvSpPr>
          <p:nvPr>
            <p:ph type="pic" sz="quarter" idx="22"/>
          </p:nvPr>
        </p:nvSpPr>
        <p:spPr>
          <a:xfrm>
            <a:off x="4818400" y="719332"/>
            <a:ext cx="2555201" cy="2555202"/>
          </a:xfrm>
          <a:prstGeom prst="rect">
            <a:avLst/>
          </a:prstGeom>
          <a:ln w="28575">
            <a:solidFill>
              <a:schemeClr val="accent2">
                <a:lumOff val="44000"/>
              </a:schemeClr>
            </a:solidFill>
            <a:round/>
          </a:ln>
        </p:spPr>
        <p:txBody>
          <a:bodyPr lIns="91439" tIns="45719" rIns="91439" bIns="45719"/>
          <a:lstStyle/>
          <a:p>
            <a:endParaRPr/>
          </a:p>
        </p:txBody>
      </p:sp>
      <p:sp>
        <p:nvSpPr>
          <p:cNvPr id="188" name="Google Shape;145;p15"/>
          <p:cNvSpPr>
            <a:spLocks noGrp="1"/>
          </p:cNvSpPr>
          <p:nvPr>
            <p:ph type="pic" sz="quarter" idx="23"/>
          </p:nvPr>
        </p:nvSpPr>
        <p:spPr>
          <a:xfrm>
            <a:off x="7257632" y="2155267"/>
            <a:ext cx="3983601" cy="3983600"/>
          </a:xfrm>
          <a:prstGeom prst="rect">
            <a:avLst/>
          </a:prstGeom>
          <a:ln w="28575">
            <a:solidFill>
              <a:schemeClr val="accent2">
                <a:lumOff val="44000"/>
              </a:schemeClr>
            </a:solidFill>
            <a:round/>
          </a:ln>
        </p:spPr>
        <p:txBody>
          <a:bodyPr lIns="91439" tIns="45719" rIns="91439" bIns="45719"/>
          <a:lstStyle/>
          <a:p>
            <a:endParaRPr/>
          </a:p>
        </p:txBody>
      </p:sp>
      <p:sp>
        <p:nvSpPr>
          <p:cNvPr id="189" name="Google Shape;146;p15"/>
          <p:cNvSpPr/>
          <p:nvPr/>
        </p:nvSpPr>
        <p:spPr>
          <a:xfrm rot="2700000">
            <a:off x="12233403" y="-1768614"/>
            <a:ext cx="419740" cy="3204044"/>
          </a:xfrm>
          <a:prstGeom prst="roundRect">
            <a:avLst>
              <a:gd name="adj" fmla="val 50000"/>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190" name="Google Shape;147;p15"/>
          <p:cNvSpPr/>
          <p:nvPr/>
        </p:nvSpPr>
        <p:spPr>
          <a:xfrm rot="2703215">
            <a:off x="10889463" y="-1320888"/>
            <a:ext cx="302360" cy="2308563"/>
          </a:xfrm>
          <a:prstGeom prst="roundRect">
            <a:avLst>
              <a:gd name="adj" fmla="val 50000"/>
            </a:avLst>
          </a:prstGeom>
          <a:solidFill>
            <a:schemeClr val="accent2">
              <a:lumOff val="44000"/>
            </a:schemeClr>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191" name="Google Shape;148;p15"/>
          <p:cNvSpPr/>
          <p:nvPr/>
        </p:nvSpPr>
        <p:spPr>
          <a:xfrm rot="2704325">
            <a:off x="11394963" y="-821679"/>
            <a:ext cx="224861" cy="1712049"/>
          </a:xfrm>
          <a:prstGeom prst="roundRect">
            <a:avLst>
              <a:gd name="adj" fmla="val 50000"/>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1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three columns">
    <p:spTree>
      <p:nvGrpSpPr>
        <p:cNvPr id="1" name=""/>
        <p:cNvGrpSpPr/>
        <p:nvPr/>
      </p:nvGrpSpPr>
      <p:grpSpPr>
        <a:xfrm>
          <a:off x="0" y="0"/>
          <a:ext cx="0" cy="0"/>
          <a:chOff x="0" y="0"/>
          <a:chExt cx="0" cy="0"/>
        </a:xfrm>
      </p:grpSpPr>
      <p:sp>
        <p:nvSpPr>
          <p:cNvPr id="199" name="Title Text"/>
          <p:cNvSpPr txBox="1">
            <a:spLocks noGrp="1"/>
          </p:cNvSpPr>
          <p:nvPr>
            <p:ph type="title"/>
          </p:nvPr>
        </p:nvSpPr>
        <p:spPr>
          <a:prstGeom prst="rect">
            <a:avLst/>
          </a:prstGeom>
        </p:spPr>
        <p:txBody>
          <a:bodyPr/>
          <a:lstStyle/>
          <a:p>
            <a:r>
              <a:t>Title Text</a:t>
            </a:r>
          </a:p>
        </p:txBody>
      </p:sp>
      <p:sp>
        <p:nvSpPr>
          <p:cNvPr id="200" name="Body Level One…"/>
          <p:cNvSpPr txBox="1">
            <a:spLocks noGrp="1"/>
          </p:cNvSpPr>
          <p:nvPr>
            <p:ph type="body" sz="quarter" idx="1"/>
          </p:nvPr>
        </p:nvSpPr>
        <p:spPr>
          <a:xfrm>
            <a:off x="2209200" y="2003999"/>
            <a:ext cx="8347200" cy="964001"/>
          </a:xfrm>
          <a:prstGeom prst="rect">
            <a:avLst/>
          </a:prstGeom>
        </p:spPr>
        <p:txBody>
          <a:bodyPr>
            <a:normAutofit/>
          </a:bodyPr>
          <a:lstStyle>
            <a:lvl1pPr marL="304800" indent="-152400">
              <a:buClrTx/>
              <a:buSzTx/>
              <a:buFontTx/>
              <a:buNone/>
            </a:lvl1pPr>
            <a:lvl2pPr marL="304800" indent="304800">
              <a:buClrTx/>
              <a:buSzTx/>
              <a:buFontTx/>
              <a:buNone/>
            </a:lvl2pPr>
            <a:lvl3pPr marL="304800" indent="762000">
              <a:buClrTx/>
              <a:buSzTx/>
              <a:buFontTx/>
              <a:buNone/>
            </a:lvl3pPr>
            <a:lvl4pPr marL="304800" indent="1219200">
              <a:buClrTx/>
              <a:buSzTx/>
              <a:buFontTx/>
              <a:buNone/>
            </a:lvl4pPr>
            <a:lvl5pPr marL="304800" indent="1676400">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201" name="Google Shape;157;p16"/>
          <p:cNvSpPr/>
          <p:nvPr/>
        </p:nvSpPr>
        <p:spPr>
          <a:xfrm>
            <a:off x="11231999" y="934732"/>
            <a:ext cx="366001" cy="366001"/>
          </a:xfrm>
          <a:prstGeom prst="ellipse">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02" name="Google Shape;158;p16"/>
          <p:cNvSpPr/>
          <p:nvPr/>
        </p:nvSpPr>
        <p:spPr>
          <a:xfrm>
            <a:off x="11241033" y="353333"/>
            <a:ext cx="366001" cy="366001"/>
          </a:xfrm>
          <a:prstGeom prst="ellipse">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03" name="Google Shape;159;p16"/>
          <p:cNvSpPr/>
          <p:nvPr/>
        </p:nvSpPr>
        <p:spPr>
          <a:xfrm>
            <a:off x="11231999" y="5505332"/>
            <a:ext cx="1675201" cy="1675202"/>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2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and four columns">
    <p:spTree>
      <p:nvGrpSpPr>
        <p:cNvPr id="1" name=""/>
        <p:cNvGrpSpPr/>
        <p:nvPr/>
      </p:nvGrpSpPr>
      <p:grpSpPr>
        <a:xfrm>
          <a:off x="0" y="0"/>
          <a:ext cx="0" cy="0"/>
          <a:chOff x="0" y="0"/>
          <a:chExt cx="0" cy="0"/>
        </a:xfrm>
      </p:grpSpPr>
      <p:sp>
        <p:nvSpPr>
          <p:cNvPr id="211" name="Title Text"/>
          <p:cNvSpPr txBox="1">
            <a:spLocks noGrp="1"/>
          </p:cNvSpPr>
          <p:nvPr>
            <p:ph type="title"/>
          </p:nvPr>
        </p:nvSpPr>
        <p:spPr>
          <a:prstGeom prst="rect">
            <a:avLst/>
          </a:prstGeom>
        </p:spPr>
        <p:txBody>
          <a:bodyPr/>
          <a:lstStyle/>
          <a:p>
            <a:r>
              <a:t>Title Text</a:t>
            </a:r>
          </a:p>
        </p:txBody>
      </p:sp>
      <p:sp>
        <p:nvSpPr>
          <p:cNvPr id="212" name="Body Level One…"/>
          <p:cNvSpPr txBox="1">
            <a:spLocks noGrp="1"/>
          </p:cNvSpPr>
          <p:nvPr>
            <p:ph type="body" sz="quarter" idx="1"/>
          </p:nvPr>
        </p:nvSpPr>
        <p:spPr>
          <a:xfrm>
            <a:off x="960015" y="2110967"/>
            <a:ext cx="4600801" cy="1610401"/>
          </a:xfrm>
          <a:prstGeom prst="rect">
            <a:avLst/>
          </a:prstGeom>
        </p:spPr>
        <p:txBody>
          <a:bodyPr>
            <a:normAutofit/>
          </a:bodyPr>
          <a:lstStyle>
            <a:lvl1pPr marL="304800" indent="-152400">
              <a:buClrTx/>
              <a:buSzTx/>
              <a:buFontTx/>
              <a:buNone/>
            </a:lvl1pPr>
            <a:lvl2pPr marL="304800" indent="304800">
              <a:buClrTx/>
              <a:buSzTx/>
              <a:buFontTx/>
              <a:buNone/>
            </a:lvl2pPr>
            <a:lvl3pPr marL="304800" indent="762000">
              <a:buClrTx/>
              <a:buSzTx/>
              <a:buFontTx/>
              <a:buNone/>
            </a:lvl3pPr>
            <a:lvl4pPr marL="304800" indent="1219200">
              <a:buClrTx/>
              <a:buSzTx/>
              <a:buFontTx/>
              <a:buNone/>
            </a:lvl4pPr>
            <a:lvl5pPr marL="304800" indent="1676400">
              <a:buClrTx/>
              <a:buSzTx/>
              <a:buFontTx/>
              <a:buNone/>
            </a:lvl5pPr>
          </a:lstStyle>
          <a:p>
            <a:r>
              <a:t>Body Level One</a:t>
            </a:r>
          </a:p>
          <a:p>
            <a:pPr lvl="1"/>
            <a:r>
              <a:t>Body Level Two</a:t>
            </a:r>
          </a:p>
          <a:p>
            <a:pPr lvl="2"/>
            <a:r>
              <a:t>Body Level Three</a:t>
            </a:r>
          </a:p>
          <a:p>
            <a:pPr lvl="3"/>
            <a:r>
              <a:t>Body Level Four</a:t>
            </a:r>
          </a:p>
          <a:p>
            <a:pPr lvl="4"/>
            <a:r>
              <a:t>Body Level Five</a:t>
            </a:r>
          </a:p>
        </p:txBody>
      </p:sp>
      <p:grpSp>
        <p:nvGrpSpPr>
          <p:cNvPr id="216" name="Google Shape;170;p17"/>
          <p:cNvGrpSpPr/>
          <p:nvPr/>
        </p:nvGrpSpPr>
        <p:grpSpPr>
          <a:xfrm>
            <a:off x="-1343193" y="5535683"/>
            <a:ext cx="2258632" cy="2648447"/>
            <a:chOff x="0" y="0"/>
            <a:chExt cx="2258631" cy="2648445"/>
          </a:xfrm>
        </p:grpSpPr>
        <p:sp>
          <p:nvSpPr>
            <p:cNvPr id="213" name="Google Shape;171;p17"/>
            <p:cNvSpPr/>
            <p:nvPr/>
          </p:nvSpPr>
          <p:spPr>
            <a:xfrm rot="2703215">
              <a:off x="1183689" y="571727"/>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14" name="Google Shape;172;p17"/>
            <p:cNvSpPr/>
            <p:nvPr/>
          </p:nvSpPr>
          <p:spPr>
            <a:xfrm rot="2703215">
              <a:off x="772583" y="-231846"/>
              <a:ext cx="302360" cy="230856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15" name="Google Shape;173;p17"/>
            <p:cNvSpPr/>
            <p:nvPr/>
          </p:nvSpPr>
          <p:spPr>
            <a:xfrm rot="2704325">
              <a:off x="984022" y="555204"/>
              <a:ext cx="224861" cy="1712047"/>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217" name="Google Shape;174;p17"/>
          <p:cNvSpPr/>
          <p:nvPr/>
        </p:nvSpPr>
        <p:spPr>
          <a:xfrm rot="2700000">
            <a:off x="12233403" y="-1768614"/>
            <a:ext cx="419740" cy="3204044"/>
          </a:xfrm>
          <a:prstGeom prst="roundRect">
            <a:avLst>
              <a:gd name="adj" fmla="val 50000"/>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18" name="Google Shape;175;p17"/>
          <p:cNvSpPr/>
          <p:nvPr/>
        </p:nvSpPr>
        <p:spPr>
          <a:xfrm rot="2703215">
            <a:off x="10889463" y="-1320888"/>
            <a:ext cx="302360" cy="2308563"/>
          </a:xfrm>
          <a:prstGeom prst="roundRect">
            <a:avLst>
              <a:gd name="adj" fmla="val 50000"/>
            </a:avLst>
          </a:prstGeom>
          <a:solidFill>
            <a:schemeClr val="accent2">
              <a:lumOff val="44000"/>
            </a:schemeClr>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19" name="Google Shape;176;p17"/>
          <p:cNvSpPr/>
          <p:nvPr/>
        </p:nvSpPr>
        <p:spPr>
          <a:xfrm rot="2704325">
            <a:off x="11394963" y="-821679"/>
            <a:ext cx="224861" cy="1712049"/>
          </a:xfrm>
          <a:prstGeom prst="roundRect">
            <a:avLst>
              <a:gd name="adj" fmla="val 50000"/>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Title and six columns">
    <p:spTree>
      <p:nvGrpSpPr>
        <p:cNvPr id="1" name=""/>
        <p:cNvGrpSpPr/>
        <p:nvPr/>
      </p:nvGrpSpPr>
      <p:grpSpPr>
        <a:xfrm>
          <a:off x="0" y="0"/>
          <a:ext cx="0" cy="0"/>
          <a:chOff x="0" y="0"/>
          <a:chExt cx="0" cy="0"/>
        </a:xfrm>
      </p:grpSpPr>
      <p:sp>
        <p:nvSpPr>
          <p:cNvPr id="227" name="Title Text"/>
          <p:cNvSpPr txBox="1">
            <a:spLocks noGrp="1"/>
          </p:cNvSpPr>
          <p:nvPr>
            <p:ph type="title"/>
          </p:nvPr>
        </p:nvSpPr>
        <p:spPr>
          <a:prstGeom prst="rect">
            <a:avLst/>
          </a:prstGeom>
        </p:spPr>
        <p:txBody>
          <a:bodyPr/>
          <a:lstStyle/>
          <a:p>
            <a:r>
              <a:t>Title Text</a:t>
            </a:r>
          </a:p>
        </p:txBody>
      </p:sp>
      <p:sp>
        <p:nvSpPr>
          <p:cNvPr id="228" name="Body Level One…"/>
          <p:cNvSpPr txBox="1">
            <a:spLocks noGrp="1"/>
          </p:cNvSpPr>
          <p:nvPr>
            <p:ph type="body" sz="quarter" idx="1"/>
          </p:nvPr>
        </p:nvSpPr>
        <p:spPr>
          <a:xfrm>
            <a:off x="960000" y="2178600"/>
            <a:ext cx="3156400" cy="1471201"/>
          </a:xfrm>
          <a:prstGeom prst="rect">
            <a:avLst/>
          </a:prstGeom>
        </p:spPr>
        <p:txBody>
          <a:bodyPr>
            <a:normAutofit/>
          </a:bodyPr>
          <a:lstStyle>
            <a:lvl1pPr marL="304800" indent="-152400">
              <a:buClrTx/>
              <a:buSzTx/>
              <a:buFontTx/>
              <a:buNone/>
            </a:lvl1pPr>
            <a:lvl2pPr marL="304800" indent="304800">
              <a:buClrTx/>
              <a:buSzTx/>
              <a:buFontTx/>
              <a:buNone/>
            </a:lvl2pPr>
            <a:lvl3pPr marL="304800" indent="762000">
              <a:buClrTx/>
              <a:buSzTx/>
              <a:buFontTx/>
              <a:buNone/>
            </a:lvl3pPr>
            <a:lvl4pPr marL="304800" indent="1219200">
              <a:buClrTx/>
              <a:buSzTx/>
              <a:buFontTx/>
              <a:buNone/>
            </a:lvl4pPr>
            <a:lvl5pPr marL="304800" indent="1676400">
              <a:buClrTx/>
              <a:buSzTx/>
              <a:buFontTx/>
              <a:buNone/>
            </a:lvl5pPr>
          </a:lstStyle>
          <a:p>
            <a:r>
              <a:t>Body Level One</a:t>
            </a:r>
          </a:p>
          <a:p>
            <a:pPr lvl="1"/>
            <a:r>
              <a:t>Body Level Two</a:t>
            </a:r>
          </a:p>
          <a:p>
            <a:pPr lvl="2"/>
            <a:r>
              <a:t>Body Level Three</a:t>
            </a:r>
          </a:p>
          <a:p>
            <a:pPr lvl="3"/>
            <a:r>
              <a:t>Body Level Four</a:t>
            </a:r>
          </a:p>
          <a:p>
            <a:pPr lvl="4"/>
            <a:r>
              <a:t>Body Level Five</a:t>
            </a:r>
          </a:p>
        </p:txBody>
      </p:sp>
      <p:grpSp>
        <p:nvGrpSpPr>
          <p:cNvPr id="239" name="Google Shape;191;p18"/>
          <p:cNvGrpSpPr/>
          <p:nvPr/>
        </p:nvGrpSpPr>
        <p:grpSpPr>
          <a:xfrm>
            <a:off x="392166" y="6138669"/>
            <a:ext cx="2242700" cy="434737"/>
            <a:chOff x="0" y="0"/>
            <a:chExt cx="2242699" cy="434735"/>
          </a:xfrm>
        </p:grpSpPr>
        <p:sp>
          <p:nvSpPr>
            <p:cNvPr id="229" name="Google Shape;192;p18"/>
            <p:cNvSpPr/>
            <p:nvPr/>
          </p:nvSpPr>
          <p:spPr>
            <a:xfrm>
              <a:off x="67123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0" name="Google Shape;193;p18"/>
            <p:cNvSpPr/>
            <p:nvPr/>
          </p:nvSpPr>
          <p:spPr>
            <a:xfrm>
              <a:off x="103144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1" name="Google Shape;194;p18"/>
            <p:cNvSpPr/>
            <p:nvPr/>
          </p:nvSpPr>
          <p:spPr>
            <a:xfrm>
              <a:off x="1391652"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2" name="Google Shape;195;p18"/>
            <p:cNvSpPr/>
            <p:nvPr/>
          </p:nvSpPr>
          <p:spPr>
            <a:xfrm>
              <a:off x="1751861"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3" name="Google Shape;196;p18"/>
            <p:cNvSpPr/>
            <p:nvPr/>
          </p:nvSpPr>
          <p:spPr>
            <a:xfrm>
              <a:off x="2112070"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4" name="Google Shape;197;p18"/>
            <p:cNvSpPr/>
            <p:nvPr/>
          </p:nvSpPr>
          <p:spPr>
            <a:xfrm>
              <a:off x="0"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5" name="Google Shape;198;p18"/>
            <p:cNvSpPr/>
            <p:nvPr/>
          </p:nvSpPr>
          <p:spPr>
            <a:xfrm>
              <a:off x="337676" y="312361"/>
              <a:ext cx="122375"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6" name="Google Shape;199;p18"/>
            <p:cNvSpPr/>
            <p:nvPr/>
          </p:nvSpPr>
          <p:spPr>
            <a:xfrm>
              <a:off x="675350" y="312361"/>
              <a:ext cx="122377"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7" name="Google Shape;200;p18"/>
            <p:cNvSpPr/>
            <p:nvPr/>
          </p:nvSpPr>
          <p:spPr>
            <a:xfrm>
              <a:off x="1013026"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38" name="Google Shape;201;p18"/>
            <p:cNvSpPr/>
            <p:nvPr/>
          </p:nvSpPr>
          <p:spPr>
            <a:xfrm>
              <a:off x="1350702"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grpSp>
      <p:sp>
        <p:nvSpPr>
          <p:cNvPr id="240" name="Google Shape;202;p18"/>
          <p:cNvSpPr/>
          <p:nvPr/>
        </p:nvSpPr>
        <p:spPr>
          <a:xfrm>
            <a:off x="11228399" y="-447468"/>
            <a:ext cx="1675201" cy="1675202"/>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2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only 1">
    <p:spTree>
      <p:nvGrpSpPr>
        <p:cNvPr id="1" name=""/>
        <p:cNvGrpSpPr/>
        <p:nvPr/>
      </p:nvGrpSpPr>
      <p:grpSpPr>
        <a:xfrm>
          <a:off x="0" y="0"/>
          <a:ext cx="0" cy="0"/>
          <a:chOff x="0" y="0"/>
          <a:chExt cx="0" cy="0"/>
        </a:xfrm>
      </p:grpSpPr>
      <p:sp>
        <p:nvSpPr>
          <p:cNvPr id="248" name="Title Text"/>
          <p:cNvSpPr txBox="1">
            <a:spLocks noGrp="1"/>
          </p:cNvSpPr>
          <p:nvPr>
            <p:ph type="title"/>
          </p:nvPr>
        </p:nvSpPr>
        <p:spPr>
          <a:prstGeom prst="rect">
            <a:avLst/>
          </a:prstGeom>
        </p:spPr>
        <p:txBody>
          <a:bodyPr/>
          <a:lstStyle/>
          <a:p>
            <a:r>
              <a:t>Title Text</a:t>
            </a:r>
          </a:p>
        </p:txBody>
      </p:sp>
      <p:sp>
        <p:nvSpPr>
          <p:cNvPr id="249" name="Google Shape;205;p19"/>
          <p:cNvSpPr/>
          <p:nvPr/>
        </p:nvSpPr>
        <p:spPr>
          <a:xfrm>
            <a:off x="404933" y="990967"/>
            <a:ext cx="366001" cy="366001"/>
          </a:xfrm>
          <a:prstGeom prst="ellipse">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50" name="Google Shape;206;p19"/>
          <p:cNvSpPr/>
          <p:nvPr/>
        </p:nvSpPr>
        <p:spPr>
          <a:xfrm>
            <a:off x="413966" y="409567"/>
            <a:ext cx="366001" cy="366001"/>
          </a:xfrm>
          <a:prstGeom prst="ellipse">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51" name="Google Shape;207;p19"/>
          <p:cNvSpPr/>
          <p:nvPr/>
        </p:nvSpPr>
        <p:spPr>
          <a:xfrm>
            <a:off x="11231999" y="6138667"/>
            <a:ext cx="1675201" cy="1675201"/>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2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itle only 2">
    <p:spTree>
      <p:nvGrpSpPr>
        <p:cNvPr id="1" name=""/>
        <p:cNvGrpSpPr/>
        <p:nvPr/>
      </p:nvGrpSpPr>
      <p:grpSpPr>
        <a:xfrm>
          <a:off x="0" y="0"/>
          <a:ext cx="0" cy="0"/>
          <a:chOff x="0" y="0"/>
          <a:chExt cx="0" cy="0"/>
        </a:xfrm>
      </p:grpSpPr>
      <p:sp>
        <p:nvSpPr>
          <p:cNvPr id="259" name="Title Text"/>
          <p:cNvSpPr txBox="1">
            <a:spLocks noGrp="1"/>
          </p:cNvSpPr>
          <p:nvPr>
            <p:ph type="title"/>
          </p:nvPr>
        </p:nvSpPr>
        <p:spPr>
          <a:prstGeom prst="rect">
            <a:avLst/>
          </a:prstGeom>
        </p:spPr>
        <p:txBody>
          <a:bodyPr/>
          <a:lstStyle/>
          <a:p>
            <a:r>
              <a:t>Title Text</a:t>
            </a:r>
          </a:p>
        </p:txBody>
      </p:sp>
      <p:grpSp>
        <p:nvGrpSpPr>
          <p:cNvPr id="263" name="Google Shape;210;p20"/>
          <p:cNvGrpSpPr/>
          <p:nvPr/>
        </p:nvGrpSpPr>
        <p:grpSpPr>
          <a:xfrm>
            <a:off x="-1343193" y="5535683"/>
            <a:ext cx="2258632" cy="2648447"/>
            <a:chOff x="0" y="0"/>
            <a:chExt cx="2258631" cy="2648445"/>
          </a:xfrm>
        </p:grpSpPr>
        <p:sp>
          <p:nvSpPr>
            <p:cNvPr id="260" name="Google Shape;211;p20"/>
            <p:cNvSpPr/>
            <p:nvPr/>
          </p:nvSpPr>
          <p:spPr>
            <a:xfrm rot="2703215">
              <a:off x="1183689" y="571727"/>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61" name="Google Shape;212;p20"/>
            <p:cNvSpPr/>
            <p:nvPr/>
          </p:nvSpPr>
          <p:spPr>
            <a:xfrm rot="2703215">
              <a:off x="772583" y="-231846"/>
              <a:ext cx="302360" cy="230856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62" name="Google Shape;213;p20"/>
            <p:cNvSpPr/>
            <p:nvPr/>
          </p:nvSpPr>
          <p:spPr>
            <a:xfrm rot="2704325">
              <a:off x="984022" y="555204"/>
              <a:ext cx="224861" cy="1712047"/>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2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Numbers and text">
    <p:spTree>
      <p:nvGrpSpPr>
        <p:cNvPr id="1" name=""/>
        <p:cNvGrpSpPr/>
        <p:nvPr/>
      </p:nvGrpSpPr>
      <p:grpSpPr>
        <a:xfrm>
          <a:off x="0" y="0"/>
          <a:ext cx="0" cy="0"/>
          <a:chOff x="0" y="0"/>
          <a:chExt cx="0" cy="0"/>
        </a:xfrm>
      </p:grpSpPr>
      <p:sp>
        <p:nvSpPr>
          <p:cNvPr id="271" name="xx%"/>
          <p:cNvSpPr txBox="1">
            <a:spLocks noGrp="1"/>
          </p:cNvSpPr>
          <p:nvPr>
            <p:ph type="title" hasCustomPrompt="1"/>
          </p:nvPr>
        </p:nvSpPr>
        <p:spPr>
          <a:xfrm>
            <a:off x="1216907" y="3694841"/>
            <a:ext cx="4656801" cy="1025201"/>
          </a:xfrm>
          <a:prstGeom prst="rect">
            <a:avLst/>
          </a:prstGeom>
        </p:spPr>
        <p:txBody>
          <a:bodyPr anchor="b"/>
          <a:lstStyle>
            <a:lvl1pPr algn="ctr">
              <a:defRPr sz="5300">
                <a:solidFill>
                  <a:srgbClr val="4DD2EB"/>
                </a:solidFill>
              </a:defRPr>
            </a:lvl1pPr>
          </a:lstStyle>
          <a:p>
            <a:r>
              <a:t>xx%</a:t>
            </a:r>
          </a:p>
        </p:txBody>
      </p:sp>
      <p:sp>
        <p:nvSpPr>
          <p:cNvPr id="272" name="Body Level One…"/>
          <p:cNvSpPr txBox="1">
            <a:spLocks noGrp="1"/>
          </p:cNvSpPr>
          <p:nvPr>
            <p:ph type="body" sz="quarter" idx="1"/>
          </p:nvPr>
        </p:nvSpPr>
        <p:spPr>
          <a:xfrm>
            <a:off x="1216925" y="4605139"/>
            <a:ext cx="4656800" cy="487201"/>
          </a:xfrm>
          <a:prstGeom prst="rect">
            <a:avLst/>
          </a:prstGeom>
        </p:spPr>
        <p:txBody>
          <a:bodyPr>
            <a:normAutofit/>
          </a:bodyPr>
          <a:lstStyle>
            <a:lvl1pPr marL="304800" indent="-152400" algn="ctr">
              <a:buClrTx/>
              <a:buSzTx/>
              <a:buFontTx/>
              <a:buNone/>
            </a:lvl1pPr>
            <a:lvl2pPr marL="304800" indent="304800" algn="ctr">
              <a:buClrTx/>
              <a:buSzTx/>
              <a:buFontTx/>
              <a:buNone/>
            </a:lvl2pPr>
            <a:lvl3pPr marL="304800" indent="762000" algn="ctr">
              <a:buClrTx/>
              <a:buSzTx/>
              <a:buFontTx/>
              <a:buNone/>
            </a:lvl3pPr>
            <a:lvl4pPr marL="304800" indent="1219200" algn="ctr">
              <a:buClrTx/>
              <a:buSzTx/>
              <a:buFontTx/>
              <a:buNone/>
            </a:lvl4pPr>
            <a:lvl5pPr marL="304800" indent="1676400" algn="ctr">
              <a:buClrTx/>
              <a:buSzTx/>
              <a:buFontTx/>
              <a:buNone/>
            </a:lvl5pPr>
          </a:lstStyle>
          <a:p>
            <a:r>
              <a:t>Body Level One</a:t>
            </a:r>
          </a:p>
          <a:p>
            <a:pPr lvl="1"/>
            <a:r>
              <a:t>Body Level Two</a:t>
            </a:r>
          </a:p>
          <a:p>
            <a:pPr lvl="2"/>
            <a:r>
              <a:t>Body Level Three</a:t>
            </a:r>
          </a:p>
          <a:p>
            <a:pPr lvl="3"/>
            <a:r>
              <a:t>Body Level Four</a:t>
            </a:r>
          </a:p>
          <a:p>
            <a:pPr lvl="4"/>
            <a:r>
              <a:t>Body Level Five</a:t>
            </a:r>
          </a:p>
        </p:txBody>
      </p:sp>
      <p:grpSp>
        <p:nvGrpSpPr>
          <p:cNvPr id="283" name="Google Shape;221;p21"/>
          <p:cNvGrpSpPr/>
          <p:nvPr/>
        </p:nvGrpSpPr>
        <p:grpSpPr>
          <a:xfrm>
            <a:off x="451400" y="501969"/>
            <a:ext cx="2242700" cy="434737"/>
            <a:chOff x="0" y="0"/>
            <a:chExt cx="2242699" cy="434735"/>
          </a:xfrm>
        </p:grpSpPr>
        <p:sp>
          <p:nvSpPr>
            <p:cNvPr id="273" name="Google Shape;222;p21"/>
            <p:cNvSpPr/>
            <p:nvPr/>
          </p:nvSpPr>
          <p:spPr>
            <a:xfrm>
              <a:off x="67123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4" name="Google Shape;223;p21"/>
            <p:cNvSpPr/>
            <p:nvPr/>
          </p:nvSpPr>
          <p:spPr>
            <a:xfrm>
              <a:off x="103144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5" name="Google Shape;224;p21"/>
            <p:cNvSpPr/>
            <p:nvPr/>
          </p:nvSpPr>
          <p:spPr>
            <a:xfrm>
              <a:off x="1391652"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6" name="Google Shape;225;p21"/>
            <p:cNvSpPr/>
            <p:nvPr/>
          </p:nvSpPr>
          <p:spPr>
            <a:xfrm>
              <a:off x="1751861"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7" name="Google Shape;226;p21"/>
            <p:cNvSpPr/>
            <p:nvPr/>
          </p:nvSpPr>
          <p:spPr>
            <a:xfrm>
              <a:off x="2112070"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8" name="Google Shape;227;p21"/>
            <p:cNvSpPr/>
            <p:nvPr/>
          </p:nvSpPr>
          <p:spPr>
            <a:xfrm>
              <a:off x="0"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79" name="Google Shape;228;p21"/>
            <p:cNvSpPr/>
            <p:nvPr/>
          </p:nvSpPr>
          <p:spPr>
            <a:xfrm>
              <a:off x="337676" y="312361"/>
              <a:ext cx="122375"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80" name="Google Shape;229;p21"/>
            <p:cNvSpPr/>
            <p:nvPr/>
          </p:nvSpPr>
          <p:spPr>
            <a:xfrm>
              <a:off x="675350" y="312361"/>
              <a:ext cx="122377"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81" name="Google Shape;230;p21"/>
            <p:cNvSpPr/>
            <p:nvPr/>
          </p:nvSpPr>
          <p:spPr>
            <a:xfrm>
              <a:off x="1013026"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282" name="Google Shape;231;p21"/>
            <p:cNvSpPr/>
            <p:nvPr/>
          </p:nvSpPr>
          <p:spPr>
            <a:xfrm>
              <a:off x="1350702"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grpSp>
      <p:sp>
        <p:nvSpPr>
          <p:cNvPr id="284" name="Google Shape;232;p21"/>
          <p:cNvSpPr/>
          <p:nvPr/>
        </p:nvSpPr>
        <p:spPr>
          <a:xfrm>
            <a:off x="9299899" y="6138667"/>
            <a:ext cx="1675201" cy="1675201"/>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285" name="Google Shape;233;p21"/>
          <p:cNvSpPr/>
          <p:nvPr/>
        </p:nvSpPr>
        <p:spPr>
          <a:xfrm>
            <a:off x="11241033" y="5204066"/>
            <a:ext cx="366001" cy="366001"/>
          </a:xfrm>
          <a:prstGeom prst="ellipse">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86" name="Google Shape;234;p21"/>
          <p:cNvSpPr/>
          <p:nvPr/>
        </p:nvSpPr>
        <p:spPr>
          <a:xfrm>
            <a:off x="11241033" y="5772667"/>
            <a:ext cx="366001" cy="366001"/>
          </a:xfrm>
          <a:prstGeom prst="ellipse">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2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Thanks">
    <p:spTree>
      <p:nvGrpSpPr>
        <p:cNvPr id="1" name=""/>
        <p:cNvGrpSpPr/>
        <p:nvPr/>
      </p:nvGrpSpPr>
      <p:grpSpPr>
        <a:xfrm>
          <a:off x="0" y="0"/>
          <a:ext cx="0" cy="0"/>
          <a:chOff x="0" y="0"/>
          <a:chExt cx="0" cy="0"/>
        </a:xfrm>
      </p:grpSpPr>
      <p:sp>
        <p:nvSpPr>
          <p:cNvPr id="294" name="Title Text"/>
          <p:cNvSpPr txBox="1">
            <a:spLocks noGrp="1"/>
          </p:cNvSpPr>
          <p:nvPr>
            <p:ph type="title"/>
          </p:nvPr>
        </p:nvSpPr>
        <p:spPr>
          <a:xfrm>
            <a:off x="3130583" y="719999"/>
            <a:ext cx="5930801" cy="1411601"/>
          </a:xfrm>
          <a:prstGeom prst="rect">
            <a:avLst/>
          </a:prstGeom>
        </p:spPr>
        <p:txBody>
          <a:bodyPr anchor="b"/>
          <a:lstStyle>
            <a:lvl1pPr algn="ctr">
              <a:defRPr sz="8000"/>
            </a:lvl1pPr>
          </a:lstStyle>
          <a:p>
            <a:r>
              <a:t>Title Text</a:t>
            </a:r>
          </a:p>
        </p:txBody>
      </p:sp>
      <p:sp>
        <p:nvSpPr>
          <p:cNvPr id="295" name="Body Level One…"/>
          <p:cNvSpPr txBox="1">
            <a:spLocks noGrp="1"/>
          </p:cNvSpPr>
          <p:nvPr>
            <p:ph type="body" sz="quarter" idx="1"/>
          </p:nvPr>
        </p:nvSpPr>
        <p:spPr>
          <a:xfrm>
            <a:off x="3130532" y="2131601"/>
            <a:ext cx="5930801" cy="1203601"/>
          </a:xfrm>
          <a:prstGeom prst="rect">
            <a:avLst/>
          </a:prstGeom>
        </p:spPr>
        <p:txBody>
          <a:bodyPr>
            <a:normAutofit/>
          </a:bodyPr>
          <a:lstStyle>
            <a:lvl1pPr marL="304800" indent="-152400" algn="ctr">
              <a:buClrTx/>
              <a:buSzTx/>
              <a:buFontTx/>
              <a:buNone/>
            </a:lvl1pPr>
            <a:lvl2pPr marL="304800" indent="304800" algn="ctr">
              <a:buClrTx/>
              <a:buSzTx/>
              <a:buFontTx/>
              <a:buNone/>
            </a:lvl2pPr>
            <a:lvl3pPr marL="304800" indent="762000" algn="ctr">
              <a:buClrTx/>
              <a:buSzTx/>
              <a:buFontTx/>
              <a:buNone/>
            </a:lvl3pPr>
            <a:lvl4pPr marL="304800" indent="1219200" algn="ctr">
              <a:buClrTx/>
              <a:buSzTx/>
              <a:buFontTx/>
              <a:buNone/>
            </a:lvl4pPr>
            <a:lvl5pPr marL="304800" indent="1676400" algn="ctr">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296" name="Google Shape;238;p22"/>
          <p:cNvSpPr txBox="1"/>
          <p:nvPr/>
        </p:nvSpPr>
        <p:spPr>
          <a:xfrm>
            <a:off x="2798800" y="5107396"/>
            <a:ext cx="6594400" cy="650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spAutoFit/>
          </a:bodyPr>
          <a:lstStyle/>
          <a:p>
            <a:pPr algn="ctr">
              <a:spcBef>
                <a:spcPts val="400"/>
              </a:spcBef>
              <a:defRPr sz="1300" b="1">
                <a:latin typeface="Arimo"/>
                <a:ea typeface="Arimo"/>
                <a:cs typeface="Arimo"/>
                <a:sym typeface="Arimo"/>
              </a:defRPr>
            </a:pPr>
            <a:r>
              <a:t>CREDITS:</a:t>
            </a:r>
            <a:r>
              <a:rPr b="0"/>
              <a:t> This presentation template was created by </a:t>
            </a:r>
            <a:r>
              <a:rPr u="sng">
                <a:uFill>
                  <a:solidFill>
                    <a:schemeClr val="accent2">
                      <a:lumOff val="44000"/>
                    </a:schemeClr>
                  </a:solidFill>
                </a:uFill>
                <a:hlinkClick r:id="rId2"/>
              </a:rPr>
              <a:t>Slidesgo</a:t>
            </a:r>
            <a:r>
              <a:rPr b="0"/>
              <a:t>, and includes icons by </a:t>
            </a:r>
            <a:r>
              <a:rPr u="sng">
                <a:uFill>
                  <a:solidFill>
                    <a:schemeClr val="accent2">
                      <a:lumOff val="44000"/>
                    </a:schemeClr>
                  </a:solidFill>
                </a:uFill>
                <a:hlinkClick r:id="rId3"/>
              </a:rPr>
              <a:t>Flaticon</a:t>
            </a:r>
            <a:r>
              <a:rPr b="0"/>
              <a:t>, and infographics &amp; images by </a:t>
            </a:r>
            <a:r>
              <a:rPr u="sng">
                <a:uFill>
                  <a:solidFill>
                    <a:schemeClr val="accent2">
                      <a:lumOff val="44000"/>
                    </a:schemeClr>
                  </a:solidFill>
                </a:uFill>
                <a:hlinkClick r:id="rId4"/>
              </a:rPr>
              <a:t>Freepik</a:t>
            </a:r>
            <a:r>
              <a:rPr b="0" u="sng"/>
              <a:t> </a:t>
            </a:r>
          </a:p>
        </p:txBody>
      </p:sp>
      <p:grpSp>
        <p:nvGrpSpPr>
          <p:cNvPr id="302" name="Google Shape;239;p22"/>
          <p:cNvGrpSpPr/>
          <p:nvPr/>
        </p:nvGrpSpPr>
        <p:grpSpPr>
          <a:xfrm>
            <a:off x="-1601895" y="3999637"/>
            <a:ext cx="3643190" cy="4591223"/>
            <a:chOff x="0" y="0"/>
            <a:chExt cx="3643189" cy="4591221"/>
          </a:xfrm>
        </p:grpSpPr>
        <p:sp>
          <p:nvSpPr>
            <p:cNvPr id="297" name="Google Shape;240;p22"/>
            <p:cNvSpPr/>
            <p:nvPr/>
          </p:nvSpPr>
          <p:spPr>
            <a:xfrm rot="13500000">
              <a:off x="1071330" y="527376"/>
              <a:ext cx="419740"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98" name="Google Shape;241;p22"/>
            <p:cNvSpPr/>
            <p:nvPr/>
          </p:nvSpPr>
          <p:spPr>
            <a:xfrm rot="13500000">
              <a:off x="2152120" y="1708000"/>
              <a:ext cx="419739"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299" name="Google Shape;242;p22"/>
            <p:cNvSpPr/>
            <p:nvPr/>
          </p:nvSpPr>
          <p:spPr>
            <a:xfrm rot="13503216">
              <a:off x="1488208" y="-231846"/>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0" name="Google Shape;243;p22"/>
            <p:cNvSpPr/>
            <p:nvPr/>
          </p:nvSpPr>
          <p:spPr>
            <a:xfrm rot="13503216">
              <a:off x="1662313" y="1844128"/>
              <a:ext cx="302360" cy="230856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1" name="Google Shape;244;p22"/>
            <p:cNvSpPr/>
            <p:nvPr/>
          </p:nvSpPr>
          <p:spPr>
            <a:xfrm rot="13504324">
              <a:off x="1939473" y="1273361"/>
              <a:ext cx="224861" cy="1712048"/>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grpSp>
        <p:nvGrpSpPr>
          <p:cNvPr id="310" name="Google Shape;245;p22"/>
          <p:cNvGrpSpPr/>
          <p:nvPr/>
        </p:nvGrpSpPr>
        <p:grpSpPr>
          <a:xfrm>
            <a:off x="10015041" y="-825350"/>
            <a:ext cx="3702900" cy="5908773"/>
            <a:chOff x="0" y="0"/>
            <a:chExt cx="3702899" cy="5908771"/>
          </a:xfrm>
        </p:grpSpPr>
        <p:sp>
          <p:nvSpPr>
            <p:cNvPr id="303" name="Google Shape;246;p22"/>
            <p:cNvSpPr/>
            <p:nvPr/>
          </p:nvSpPr>
          <p:spPr>
            <a:xfrm rot="8100000" flipH="1">
              <a:off x="2134719" y="-107431"/>
              <a:ext cx="419740" cy="320404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4" name="Google Shape;247;p22"/>
            <p:cNvSpPr/>
            <p:nvPr/>
          </p:nvSpPr>
          <p:spPr>
            <a:xfrm rot="8100000" flipH="1">
              <a:off x="2211830" y="2868293"/>
              <a:ext cx="419739"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5" name="Google Shape;248;p22"/>
            <p:cNvSpPr/>
            <p:nvPr/>
          </p:nvSpPr>
          <p:spPr>
            <a:xfrm rot="8096784" flipH="1">
              <a:off x="1874288" y="2126781"/>
              <a:ext cx="302360" cy="2308563"/>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6" name="Google Shape;249;p22"/>
            <p:cNvSpPr/>
            <p:nvPr/>
          </p:nvSpPr>
          <p:spPr>
            <a:xfrm rot="8096784" flipH="1">
              <a:off x="1809816" y="3832054"/>
              <a:ext cx="302360" cy="230856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7" name="Google Shape;250;p22"/>
            <p:cNvSpPr/>
            <p:nvPr/>
          </p:nvSpPr>
          <p:spPr>
            <a:xfrm rot="8095676" flipH="1">
              <a:off x="1948222" y="1840021"/>
              <a:ext cx="224861" cy="1712047"/>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8" name="Google Shape;251;p22"/>
            <p:cNvSpPr/>
            <p:nvPr/>
          </p:nvSpPr>
          <p:spPr>
            <a:xfrm rot="8096784" flipH="1">
              <a:off x="772583" y="-231846"/>
              <a:ext cx="302360"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09" name="Google Shape;252;p22"/>
            <p:cNvSpPr/>
            <p:nvPr/>
          </p:nvSpPr>
          <p:spPr>
            <a:xfrm rot="8095676" flipH="1">
              <a:off x="2381988" y="1674588"/>
              <a:ext cx="224861" cy="1712047"/>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grpSp>
        <p:nvGrpSpPr>
          <p:cNvPr id="321" name="Google Shape;253;p22"/>
          <p:cNvGrpSpPr/>
          <p:nvPr/>
        </p:nvGrpSpPr>
        <p:grpSpPr>
          <a:xfrm>
            <a:off x="468366" y="501969"/>
            <a:ext cx="2242700" cy="434737"/>
            <a:chOff x="0" y="0"/>
            <a:chExt cx="2242699" cy="434735"/>
          </a:xfrm>
        </p:grpSpPr>
        <p:sp>
          <p:nvSpPr>
            <p:cNvPr id="311" name="Google Shape;254;p22"/>
            <p:cNvSpPr/>
            <p:nvPr/>
          </p:nvSpPr>
          <p:spPr>
            <a:xfrm>
              <a:off x="67123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2" name="Google Shape;255;p22"/>
            <p:cNvSpPr/>
            <p:nvPr/>
          </p:nvSpPr>
          <p:spPr>
            <a:xfrm>
              <a:off x="103144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3" name="Google Shape;256;p22"/>
            <p:cNvSpPr/>
            <p:nvPr/>
          </p:nvSpPr>
          <p:spPr>
            <a:xfrm>
              <a:off x="1391652"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4" name="Google Shape;257;p22"/>
            <p:cNvSpPr/>
            <p:nvPr/>
          </p:nvSpPr>
          <p:spPr>
            <a:xfrm>
              <a:off x="1751861"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5" name="Google Shape;258;p22"/>
            <p:cNvSpPr/>
            <p:nvPr/>
          </p:nvSpPr>
          <p:spPr>
            <a:xfrm>
              <a:off x="2112070"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6" name="Google Shape;259;p22"/>
            <p:cNvSpPr/>
            <p:nvPr/>
          </p:nvSpPr>
          <p:spPr>
            <a:xfrm>
              <a:off x="0"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7" name="Google Shape;260;p22"/>
            <p:cNvSpPr/>
            <p:nvPr/>
          </p:nvSpPr>
          <p:spPr>
            <a:xfrm>
              <a:off x="337676" y="312361"/>
              <a:ext cx="122375"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8" name="Google Shape;261;p22"/>
            <p:cNvSpPr/>
            <p:nvPr/>
          </p:nvSpPr>
          <p:spPr>
            <a:xfrm>
              <a:off x="675350" y="312361"/>
              <a:ext cx="122377"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19" name="Google Shape;262;p22"/>
            <p:cNvSpPr/>
            <p:nvPr/>
          </p:nvSpPr>
          <p:spPr>
            <a:xfrm>
              <a:off x="1013026"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320" name="Google Shape;263;p22"/>
            <p:cNvSpPr/>
            <p:nvPr/>
          </p:nvSpPr>
          <p:spPr>
            <a:xfrm>
              <a:off x="1350702"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grpSp>
      <p:sp>
        <p:nvSpPr>
          <p:cNvPr id="3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Background">
    <p:spTree>
      <p:nvGrpSpPr>
        <p:cNvPr id="1" name=""/>
        <p:cNvGrpSpPr/>
        <p:nvPr/>
      </p:nvGrpSpPr>
      <p:grpSpPr>
        <a:xfrm>
          <a:off x="0" y="0"/>
          <a:ext cx="0" cy="0"/>
          <a:chOff x="0" y="0"/>
          <a:chExt cx="0" cy="0"/>
        </a:xfrm>
      </p:grpSpPr>
      <p:grpSp>
        <p:nvGrpSpPr>
          <p:cNvPr id="334" name="Google Shape;265;p23"/>
          <p:cNvGrpSpPr/>
          <p:nvPr/>
        </p:nvGrpSpPr>
        <p:grpSpPr>
          <a:xfrm>
            <a:off x="-1601895" y="3999637"/>
            <a:ext cx="3643190" cy="4591223"/>
            <a:chOff x="0" y="0"/>
            <a:chExt cx="3643189" cy="4591221"/>
          </a:xfrm>
        </p:grpSpPr>
        <p:sp>
          <p:nvSpPr>
            <p:cNvPr id="329" name="Google Shape;266;p23"/>
            <p:cNvSpPr/>
            <p:nvPr/>
          </p:nvSpPr>
          <p:spPr>
            <a:xfrm rot="13500000">
              <a:off x="1071330" y="527376"/>
              <a:ext cx="419740"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0" name="Google Shape;267;p23"/>
            <p:cNvSpPr/>
            <p:nvPr/>
          </p:nvSpPr>
          <p:spPr>
            <a:xfrm rot="13500000">
              <a:off x="2152120" y="1708000"/>
              <a:ext cx="419739" cy="320404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1" name="Google Shape;268;p23"/>
            <p:cNvSpPr/>
            <p:nvPr/>
          </p:nvSpPr>
          <p:spPr>
            <a:xfrm rot="13503216">
              <a:off x="1488208" y="-231846"/>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2" name="Google Shape;269;p23"/>
            <p:cNvSpPr/>
            <p:nvPr/>
          </p:nvSpPr>
          <p:spPr>
            <a:xfrm rot="13503216">
              <a:off x="1662313" y="1844128"/>
              <a:ext cx="302360" cy="230856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3" name="Google Shape;270;p23"/>
            <p:cNvSpPr/>
            <p:nvPr/>
          </p:nvSpPr>
          <p:spPr>
            <a:xfrm rot="13504324">
              <a:off x="1939473" y="1273361"/>
              <a:ext cx="224861" cy="1712048"/>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grpSp>
        <p:nvGrpSpPr>
          <p:cNvPr id="342" name="Google Shape;271;p23"/>
          <p:cNvGrpSpPr/>
          <p:nvPr/>
        </p:nvGrpSpPr>
        <p:grpSpPr>
          <a:xfrm>
            <a:off x="10015041" y="-825350"/>
            <a:ext cx="3702900" cy="5908773"/>
            <a:chOff x="0" y="0"/>
            <a:chExt cx="3702899" cy="5908771"/>
          </a:xfrm>
        </p:grpSpPr>
        <p:sp>
          <p:nvSpPr>
            <p:cNvPr id="335" name="Google Shape;272;p23"/>
            <p:cNvSpPr/>
            <p:nvPr/>
          </p:nvSpPr>
          <p:spPr>
            <a:xfrm rot="8100000" flipH="1">
              <a:off x="2134719" y="-107431"/>
              <a:ext cx="419740" cy="3204043"/>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6" name="Google Shape;273;p23"/>
            <p:cNvSpPr/>
            <p:nvPr/>
          </p:nvSpPr>
          <p:spPr>
            <a:xfrm rot="8100000" flipH="1">
              <a:off x="2211830" y="2868293"/>
              <a:ext cx="419739" cy="3204043"/>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7" name="Google Shape;274;p23"/>
            <p:cNvSpPr/>
            <p:nvPr/>
          </p:nvSpPr>
          <p:spPr>
            <a:xfrm rot="8096784" flipH="1">
              <a:off x="1874288" y="2126781"/>
              <a:ext cx="302360" cy="2308563"/>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8" name="Google Shape;275;p23"/>
            <p:cNvSpPr/>
            <p:nvPr/>
          </p:nvSpPr>
          <p:spPr>
            <a:xfrm rot="8096784" flipH="1">
              <a:off x="1809816" y="3832054"/>
              <a:ext cx="302360" cy="2308564"/>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39" name="Google Shape;276;p23"/>
            <p:cNvSpPr/>
            <p:nvPr/>
          </p:nvSpPr>
          <p:spPr>
            <a:xfrm rot="8095676" flipH="1">
              <a:off x="1948222" y="1840021"/>
              <a:ext cx="224861" cy="1712047"/>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40" name="Google Shape;277;p23"/>
            <p:cNvSpPr/>
            <p:nvPr/>
          </p:nvSpPr>
          <p:spPr>
            <a:xfrm rot="8096784" flipH="1">
              <a:off x="772583" y="-231846"/>
              <a:ext cx="302360" cy="2308564"/>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41" name="Google Shape;278;p23"/>
            <p:cNvSpPr/>
            <p:nvPr/>
          </p:nvSpPr>
          <p:spPr>
            <a:xfrm rot="8095676" flipH="1">
              <a:off x="2381988" y="1674588"/>
              <a:ext cx="224861" cy="1712047"/>
            </a:xfrm>
            <a:prstGeom prst="roundRect">
              <a:avLst>
                <a:gd name="adj" fmla="val 50000"/>
              </a:avLst>
            </a:prstGeom>
            <a:solidFill>
              <a:srgbClr val="6BD37D"/>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3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Background 1">
    <p:spTree>
      <p:nvGrpSpPr>
        <p:cNvPr id="1" name=""/>
        <p:cNvGrpSpPr/>
        <p:nvPr/>
      </p:nvGrpSpPr>
      <p:grpSpPr>
        <a:xfrm>
          <a:off x="0" y="0"/>
          <a:ext cx="0" cy="0"/>
          <a:chOff x="0" y="0"/>
          <a:chExt cx="0" cy="0"/>
        </a:xfrm>
      </p:grpSpPr>
      <p:grpSp>
        <p:nvGrpSpPr>
          <p:cNvPr id="353" name="Google Shape;280;p24"/>
          <p:cNvGrpSpPr/>
          <p:nvPr/>
        </p:nvGrpSpPr>
        <p:grpSpPr>
          <a:xfrm>
            <a:off x="-1343193" y="5535683"/>
            <a:ext cx="2258632" cy="2648447"/>
            <a:chOff x="0" y="0"/>
            <a:chExt cx="2258631" cy="2648445"/>
          </a:xfrm>
        </p:grpSpPr>
        <p:sp>
          <p:nvSpPr>
            <p:cNvPr id="350" name="Google Shape;281;p24"/>
            <p:cNvSpPr/>
            <p:nvPr/>
          </p:nvSpPr>
          <p:spPr>
            <a:xfrm rot="2703215">
              <a:off x="1183689" y="571727"/>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51" name="Google Shape;282;p24"/>
            <p:cNvSpPr/>
            <p:nvPr/>
          </p:nvSpPr>
          <p:spPr>
            <a:xfrm rot="2703215">
              <a:off x="772583" y="-231846"/>
              <a:ext cx="302360" cy="230856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52" name="Google Shape;283;p24"/>
            <p:cNvSpPr/>
            <p:nvPr/>
          </p:nvSpPr>
          <p:spPr>
            <a:xfrm rot="2704325">
              <a:off x="984022" y="555204"/>
              <a:ext cx="224861" cy="1712047"/>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3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Title and body">
    <p:spTree>
      <p:nvGrpSpPr>
        <p:cNvPr id="1" name=""/>
        <p:cNvGrpSpPr/>
        <p:nvPr/>
      </p:nvGrpSpPr>
      <p:grpSpPr>
        <a:xfrm>
          <a:off x="0" y="0"/>
          <a:ext cx="0" cy="0"/>
          <a:chOff x="0" y="0"/>
          <a:chExt cx="0" cy="0"/>
        </a:xfrm>
      </p:grpSpPr>
      <p:sp>
        <p:nvSpPr>
          <p:cNvPr id="361" name="Title Text"/>
          <p:cNvSpPr txBox="1">
            <a:spLocks noGrp="1"/>
          </p:cNvSpPr>
          <p:nvPr>
            <p:ph type="title"/>
          </p:nvPr>
        </p:nvSpPr>
        <p:spPr>
          <a:prstGeom prst="rect">
            <a:avLst/>
          </a:prstGeom>
        </p:spPr>
        <p:txBody>
          <a:bodyPr/>
          <a:lstStyle/>
          <a:p>
            <a:r>
              <a:t>Title Text</a:t>
            </a:r>
          </a:p>
        </p:txBody>
      </p:sp>
      <p:sp>
        <p:nvSpPr>
          <p:cNvPr id="362" name="Body Level One…"/>
          <p:cNvSpPr txBox="1">
            <a:spLocks noGrp="1"/>
          </p:cNvSpPr>
          <p:nvPr>
            <p:ph type="body" sz="quarter" idx="1"/>
          </p:nvPr>
        </p:nvSpPr>
        <p:spPr>
          <a:xfrm>
            <a:off x="960000" y="1417800"/>
            <a:ext cx="10272001" cy="448401"/>
          </a:xfrm>
          <a:prstGeom prst="rect">
            <a:avLst/>
          </a:prstGeom>
        </p:spPr>
        <p:txBody>
          <a:bodyPr>
            <a:normAutofit/>
          </a:bodyPr>
          <a:lstStyle>
            <a:lvl1pPr marL="609584" indent="-406389"/>
            <a:lvl2pPr marL="1219169" indent="-406390"/>
            <a:lvl3pPr marL="1828754" indent="-406390"/>
            <a:lvl4pPr marL="2438338" indent="-406389"/>
            <a:lvl5pPr marL="3047924" indent="-406389"/>
          </a:lstStyle>
          <a:p>
            <a:r>
              <a:t>Body Level One</a:t>
            </a:r>
          </a:p>
          <a:p>
            <a:pPr lvl="1"/>
            <a:r>
              <a:t>Body Level Two</a:t>
            </a:r>
          </a:p>
          <a:p>
            <a:pPr lvl="2"/>
            <a:r>
              <a:t>Body Level Three</a:t>
            </a:r>
          </a:p>
          <a:p>
            <a:pPr lvl="3"/>
            <a:r>
              <a:t>Body Level Four</a:t>
            </a:r>
          </a:p>
          <a:p>
            <a:pPr lvl="4"/>
            <a:r>
              <a:t>Body Level Five</a:t>
            </a:r>
          </a:p>
        </p:txBody>
      </p:sp>
      <p:grpSp>
        <p:nvGrpSpPr>
          <p:cNvPr id="366" name="Google Shape;45;p4"/>
          <p:cNvGrpSpPr/>
          <p:nvPr/>
        </p:nvGrpSpPr>
        <p:grpSpPr>
          <a:xfrm>
            <a:off x="-1343193" y="5535683"/>
            <a:ext cx="2258632" cy="2648447"/>
            <a:chOff x="0" y="0"/>
            <a:chExt cx="2258631" cy="2648445"/>
          </a:xfrm>
        </p:grpSpPr>
        <p:sp>
          <p:nvSpPr>
            <p:cNvPr id="363" name="Google Shape;46;p4"/>
            <p:cNvSpPr/>
            <p:nvPr/>
          </p:nvSpPr>
          <p:spPr>
            <a:xfrm rot="2703215">
              <a:off x="1183689" y="571727"/>
              <a:ext cx="302359" cy="2308564"/>
            </a:xfrm>
            <a:prstGeom prst="roundRect">
              <a:avLst>
                <a:gd name="adj" fmla="val 50000"/>
              </a:avLst>
            </a:prstGeom>
            <a:solidFill>
              <a:schemeClr val="accent2">
                <a:lumOff val="44000"/>
              </a:schemeClr>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64" name="Google Shape;47;p4"/>
            <p:cNvSpPr/>
            <p:nvPr/>
          </p:nvSpPr>
          <p:spPr>
            <a:xfrm rot="2703215">
              <a:off x="772583" y="-231846"/>
              <a:ext cx="302360" cy="2308564"/>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sp>
          <p:nvSpPr>
            <p:cNvPr id="365" name="Google Shape;48;p4"/>
            <p:cNvSpPr/>
            <p:nvPr/>
          </p:nvSpPr>
          <p:spPr>
            <a:xfrm rot="2704325">
              <a:off x="984022" y="555204"/>
              <a:ext cx="224861" cy="1712047"/>
            </a:xfrm>
            <a:prstGeom prst="roundRect">
              <a:avLst>
                <a:gd name="adj" fmla="val 50000"/>
              </a:avLst>
            </a:prstGeom>
            <a:solidFill>
              <a:srgbClr val="4DD2EB"/>
            </a:solidFill>
            <a:ln w="12700" cap="flat">
              <a:noFill/>
              <a:miter lim="400000"/>
            </a:ln>
            <a:effectLst/>
          </p:spPr>
          <p:txBody>
            <a:bodyPr wrap="square" lIns="45719" tIns="45719" rIns="45719" bIns="45719" numCol="1" anchor="ctr">
              <a:noAutofit/>
            </a:bodyPr>
            <a:lstStyle/>
            <a:p>
              <a:pPr algn="ctr">
                <a:defRPr sz="2400">
                  <a:latin typeface="Open Sans"/>
                  <a:ea typeface="Open Sans"/>
                  <a:cs typeface="Open Sans"/>
                  <a:sym typeface="Open Sans"/>
                </a:defRPr>
              </a:pPr>
              <a:endParaRPr/>
            </a:p>
          </p:txBody>
        </p:sp>
      </p:grpSp>
      <p:sp>
        <p:nvSpPr>
          <p:cNvPr id="367" name="Google Shape;49;p4"/>
          <p:cNvSpPr/>
          <p:nvPr/>
        </p:nvSpPr>
        <p:spPr>
          <a:xfrm>
            <a:off x="10671833" y="353333"/>
            <a:ext cx="366001" cy="366001"/>
          </a:xfrm>
          <a:prstGeom prst="ellipse">
            <a:avLst/>
          </a:prstGeom>
          <a:solidFill>
            <a:srgbClr val="4DD2EB"/>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368" name="Google Shape;50;p4"/>
          <p:cNvSpPr/>
          <p:nvPr/>
        </p:nvSpPr>
        <p:spPr>
          <a:xfrm>
            <a:off x="11321632" y="353333"/>
            <a:ext cx="366001" cy="366001"/>
          </a:xfrm>
          <a:prstGeom prst="ellipse">
            <a:avLst/>
          </a:prstGeom>
          <a:solidFill>
            <a:srgbClr val="6BD37D"/>
          </a:solidFill>
          <a:ln w="12700">
            <a:miter lim="400000"/>
          </a:ln>
        </p:spPr>
        <p:txBody>
          <a:bodyPr lIns="45719" rIns="45719" anchor="ctr"/>
          <a:lstStyle/>
          <a:p>
            <a:pPr algn="ctr">
              <a:defRPr sz="2400">
                <a:latin typeface="Open Sans"/>
                <a:ea typeface="Open Sans"/>
                <a:cs typeface="Open Sans"/>
                <a:sym typeface="Open Sans"/>
              </a:defRPr>
            </a:pPr>
            <a:endParaRPr/>
          </a:p>
        </p:txBody>
      </p:sp>
      <p:sp>
        <p:nvSpPr>
          <p:cNvPr id="3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63147"/>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60000" y="593366"/>
            <a:ext cx="10272001"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grpSp>
        <p:nvGrpSpPr>
          <p:cNvPr id="13" name="Google Shape;67;p6"/>
          <p:cNvGrpSpPr/>
          <p:nvPr/>
        </p:nvGrpSpPr>
        <p:grpSpPr>
          <a:xfrm>
            <a:off x="9290632" y="284603"/>
            <a:ext cx="2242701" cy="434737"/>
            <a:chOff x="0" y="0"/>
            <a:chExt cx="2242699" cy="434735"/>
          </a:xfrm>
        </p:grpSpPr>
        <p:sp>
          <p:nvSpPr>
            <p:cNvPr id="3" name="Google Shape;68;p6"/>
            <p:cNvSpPr/>
            <p:nvPr/>
          </p:nvSpPr>
          <p:spPr>
            <a:xfrm>
              <a:off x="67123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4" name="Google Shape;69;p6"/>
            <p:cNvSpPr/>
            <p:nvPr/>
          </p:nvSpPr>
          <p:spPr>
            <a:xfrm>
              <a:off x="1031444"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5" name="Google Shape;70;p6"/>
            <p:cNvSpPr/>
            <p:nvPr/>
          </p:nvSpPr>
          <p:spPr>
            <a:xfrm>
              <a:off x="1391652" y="-1"/>
              <a:ext cx="130629"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6" name="Google Shape;71;p6"/>
            <p:cNvSpPr/>
            <p:nvPr/>
          </p:nvSpPr>
          <p:spPr>
            <a:xfrm>
              <a:off x="1751861"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7" name="Google Shape;72;p6"/>
            <p:cNvSpPr/>
            <p:nvPr/>
          </p:nvSpPr>
          <p:spPr>
            <a:xfrm>
              <a:off x="2112070" y="-1"/>
              <a:ext cx="130630" cy="130630"/>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8" name="Google Shape;73;p6"/>
            <p:cNvSpPr/>
            <p:nvPr/>
          </p:nvSpPr>
          <p:spPr>
            <a:xfrm>
              <a:off x="0"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9" name="Google Shape;74;p6"/>
            <p:cNvSpPr/>
            <p:nvPr/>
          </p:nvSpPr>
          <p:spPr>
            <a:xfrm>
              <a:off x="337676" y="312361"/>
              <a:ext cx="122375"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10" name="Google Shape;75;p6"/>
            <p:cNvSpPr/>
            <p:nvPr/>
          </p:nvSpPr>
          <p:spPr>
            <a:xfrm>
              <a:off x="675350" y="312361"/>
              <a:ext cx="122377"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11" name="Google Shape;76;p6"/>
            <p:cNvSpPr/>
            <p:nvPr/>
          </p:nvSpPr>
          <p:spPr>
            <a:xfrm>
              <a:off x="1013026"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sp>
          <p:nvSpPr>
            <p:cNvPr id="12" name="Google Shape;77;p6"/>
            <p:cNvSpPr/>
            <p:nvPr/>
          </p:nvSpPr>
          <p:spPr>
            <a:xfrm>
              <a:off x="1350702" y="312361"/>
              <a:ext cx="122376" cy="122375"/>
            </a:xfrm>
            <a:prstGeom prst="ellipse">
              <a:avLst/>
            </a:prstGeom>
            <a:solidFill>
              <a:schemeClr val="accent2">
                <a:lumOff val="44000"/>
              </a:schemeClr>
            </a:solidFill>
            <a:ln w="12700" cap="flat">
              <a:noFill/>
              <a:miter lim="400000"/>
            </a:ln>
            <a:effectLst/>
          </p:spPr>
          <p:txBody>
            <a:bodyPr wrap="square" lIns="45719" tIns="45719" rIns="45719" bIns="45719" numCol="1" anchor="ctr">
              <a:noAutofit/>
            </a:bodyPr>
            <a:lstStyle/>
            <a:p>
              <a:pPr>
                <a:defRPr sz="2400">
                  <a:solidFill>
                    <a:srgbClr val="000000"/>
                  </a:solidFill>
                  <a:latin typeface="+mn-lt"/>
                  <a:ea typeface="+mn-ea"/>
                  <a:cs typeface="+mn-cs"/>
                  <a:sym typeface="Calibri"/>
                </a:defRPr>
              </a:pPr>
              <a:endParaRPr/>
            </a:p>
          </p:txBody>
        </p:sp>
      </p:grpSp>
      <p:sp>
        <p:nvSpPr>
          <p:cNvPr id="14" name="Google Shape;78;p6"/>
          <p:cNvSpPr/>
          <p:nvPr/>
        </p:nvSpPr>
        <p:spPr>
          <a:xfrm>
            <a:off x="-715201" y="6138667"/>
            <a:ext cx="1675202" cy="1675201"/>
          </a:xfrm>
          <a:prstGeom prst="ellipse">
            <a:avLst/>
          </a:prstGeom>
          <a:ln>
            <a:solidFill>
              <a:schemeClr val="accent2">
                <a:lumOff val="44000"/>
              </a:schemeClr>
            </a:solidFill>
            <a:prstDash val="dot"/>
          </a:ln>
        </p:spPr>
        <p:txBody>
          <a:bodyPr lIns="45719" rIns="45719" anchor="ctr"/>
          <a:lstStyle/>
          <a:p>
            <a:pPr algn="ctr">
              <a:defRPr sz="2400">
                <a:latin typeface="Open Sans"/>
                <a:ea typeface="Open Sans"/>
                <a:cs typeface="Open Sans"/>
                <a:sym typeface="Open Sans"/>
              </a:defRPr>
            </a:pPr>
            <a:endParaRPr/>
          </a:p>
        </p:txBody>
      </p:sp>
      <p:sp>
        <p:nvSpPr>
          <p:cNvPr id="1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med"/>
  <p:txStyles>
    <p:titleStyle>
      <a:lvl1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1pPr>
      <a:lvl2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2pPr>
      <a:lvl3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3pPr>
      <a:lvl4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4pPr>
      <a:lvl5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5pPr>
      <a:lvl6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6pPr>
      <a:lvl7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7pPr>
      <a:lvl8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8pPr>
      <a:lvl9pPr marL="0" marR="0" indent="0" algn="l" defTabSz="914400" rtl="0" latinLnBrk="0">
        <a:lnSpc>
          <a:spcPct val="100000"/>
        </a:lnSpc>
        <a:spcBef>
          <a:spcPts val="0"/>
        </a:spcBef>
        <a:spcAft>
          <a:spcPts val="0"/>
        </a:spcAft>
        <a:buClrTx/>
        <a:buSzTx/>
        <a:buFontTx/>
        <a:buNone/>
        <a:tabLst/>
        <a:defRPr sz="3000" b="0" i="0" u="none" strike="noStrike" cap="none" spc="0" baseline="0">
          <a:solidFill>
            <a:schemeClr val="accent2">
              <a:lumOff val="44000"/>
            </a:schemeClr>
          </a:solidFill>
          <a:uFillTx/>
          <a:latin typeface="Archivo ExtraBold"/>
          <a:ea typeface="Archivo ExtraBold"/>
          <a:cs typeface="Archivo ExtraBold"/>
          <a:sym typeface="Archivo ExtraBold"/>
        </a:defRPr>
      </a:lvl9pPr>
    </p:titleStyle>
    <p:bodyStyle>
      <a:lvl1pPr marL="4572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1pPr>
      <a:lvl2pPr marL="9144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2pPr>
      <a:lvl3pPr marL="13716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3pPr>
      <a:lvl4pPr marL="18288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4pPr>
      <a:lvl5pPr marL="22860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5pPr>
      <a:lvl6pPr marL="27432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6pPr>
      <a:lvl7pPr marL="32004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7pPr>
      <a:lvl8pPr marL="36576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8pPr>
      <a:lvl9pPr marL="4114800" marR="0" indent="-304800" algn="l" defTabSz="914400" rtl="0" latinLnBrk="0">
        <a:lnSpc>
          <a:spcPct val="100000"/>
        </a:lnSpc>
        <a:spcBef>
          <a:spcPts val="0"/>
        </a:spcBef>
        <a:spcAft>
          <a:spcPts val="0"/>
        </a:spcAft>
        <a:buClr>
          <a:schemeClr val="accent2">
            <a:lumOff val="44000"/>
          </a:schemeClr>
        </a:buClr>
        <a:buSzPts val="1200"/>
        <a:buFont typeface="Helvetica"/>
        <a:buChar char="■"/>
        <a:tabLst/>
        <a:defRPr sz="1200" b="0" i="0" u="none" strike="noStrike" cap="none" spc="0" baseline="0">
          <a:solidFill>
            <a:schemeClr val="accent2">
              <a:lumOff val="44000"/>
            </a:schemeClr>
          </a:solidFill>
          <a:uFillTx/>
          <a:latin typeface="Arimo"/>
          <a:ea typeface="Arimo"/>
          <a:cs typeface="Arimo"/>
          <a:sym typeface="Arimo"/>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sp>
        <p:nvSpPr>
          <p:cNvPr id="378" name="Google Shape;294;p28"/>
          <p:cNvSpPr txBox="1">
            <a:spLocks noGrp="1"/>
          </p:cNvSpPr>
          <p:nvPr>
            <p:ph type="ctrTitle"/>
          </p:nvPr>
        </p:nvSpPr>
        <p:spPr>
          <a:xfrm>
            <a:off x="766119" y="1720880"/>
            <a:ext cx="10388192" cy="1865235"/>
          </a:xfrm>
          <a:prstGeom prst="rect">
            <a:avLst/>
          </a:prstGeom>
        </p:spPr>
        <p:txBody>
          <a:bodyPr lIns="121899" tIns="121899" rIns="121899" bIns="121899">
            <a:normAutofit/>
          </a:bodyPr>
          <a:lstStyle/>
          <a:p>
            <a:pPr algn="ctr" defTabSz="658368">
              <a:defRPr sz="3024" b="1" spc="-144">
                <a:solidFill>
                  <a:srgbClr val="2F3666"/>
                </a:solidFill>
                <a:latin typeface="Nunito"/>
                <a:ea typeface="Nunito"/>
                <a:cs typeface="Nunito"/>
                <a:sym typeface="Nunito"/>
              </a:defRPr>
            </a:pPr>
            <a:r>
              <a:rPr sz="3600" dirty="0"/>
              <a:t>Skill</a:t>
            </a:r>
            <a:r>
              <a:rPr lang="en-US" sz="3600" dirty="0"/>
              <a:t>s</a:t>
            </a:r>
            <a:r>
              <a:rPr sz="3600" dirty="0"/>
              <a:t> and Competencies Development Program</a:t>
            </a:r>
            <a:br>
              <a:rPr sz="3600" dirty="0"/>
            </a:br>
            <a:r>
              <a:rPr sz="3600" dirty="0"/>
              <a:t> Nexus Logistics Solutions </a:t>
            </a:r>
          </a:p>
        </p:txBody>
      </p:sp>
      <p:sp>
        <p:nvSpPr>
          <p:cNvPr id="379" name="Google Shape;295;p28"/>
          <p:cNvSpPr txBox="1">
            <a:spLocks noGrp="1"/>
          </p:cNvSpPr>
          <p:nvPr>
            <p:ph type="subTitle" sz="quarter" idx="1"/>
          </p:nvPr>
        </p:nvSpPr>
        <p:spPr>
          <a:xfrm>
            <a:off x="2205642" y="4226469"/>
            <a:ext cx="7780716" cy="680146"/>
          </a:xfrm>
          <a:prstGeom prst="rect">
            <a:avLst/>
          </a:prstGeom>
          <a:solidFill>
            <a:schemeClr val="accent1">
              <a:lumOff val="-8862"/>
            </a:schemeClr>
          </a:solidFill>
        </p:spPr>
        <p:txBody>
          <a:bodyPr lIns="121899" tIns="121899" rIns="121899" bIns="121899" anchor="ctr">
            <a:normAutofit lnSpcReduction="10000"/>
          </a:bodyPr>
          <a:lstStyle>
            <a:lvl1pPr marL="0" indent="0" algn="ctr" defTabSz="832104">
              <a:defRPr sz="2912">
                <a:latin typeface="Nunito"/>
                <a:ea typeface="Nunito"/>
                <a:cs typeface="Nunito"/>
                <a:sym typeface="Nunito"/>
              </a:defRPr>
            </a:lvl1pPr>
          </a:lstStyle>
          <a:p>
            <a:r>
              <a:rPr lang="en-US" dirty="0"/>
              <a:t>Dipita </a:t>
            </a:r>
            <a:r>
              <a:rPr lang="en-US"/>
              <a:t>Dia Biswas</a:t>
            </a:r>
          </a:p>
        </p:txBody>
      </p:sp>
      <p:pic>
        <p:nvPicPr>
          <p:cNvPr id="380" name="Picture 6" descr="Picture 6"/>
          <p:cNvPicPr>
            <a:picLocks noChangeAspect="1"/>
          </p:cNvPicPr>
          <p:nvPr/>
        </p:nvPicPr>
        <p:blipFill>
          <a:blip r:embed="rId2"/>
          <a:stretch>
            <a:fillRect/>
          </a:stretch>
        </p:blipFill>
        <p:spPr>
          <a:xfrm>
            <a:off x="5317066" y="571861"/>
            <a:ext cx="1557868" cy="1337734"/>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sp>
        <p:nvSpPr>
          <p:cNvPr id="382" name="Google Shape;314;p30"/>
          <p:cNvSpPr/>
          <p:nvPr/>
        </p:nvSpPr>
        <p:spPr>
          <a:xfrm>
            <a:off x="1896203" y="1904779"/>
            <a:ext cx="589201" cy="588801"/>
          </a:xfrm>
          <a:prstGeom prst="ellipse">
            <a:avLst/>
          </a:prstGeom>
          <a:solidFill>
            <a:srgbClr val="2F366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defTabSz="1219169">
              <a:defRPr sz="2300">
                <a:latin typeface="Nunito"/>
                <a:ea typeface="Nunito"/>
                <a:cs typeface="Nunito"/>
                <a:sym typeface="Nunito"/>
              </a:defRPr>
            </a:lvl1pPr>
          </a:lstStyle>
          <a:p>
            <a:r>
              <a:rPr sz="2000"/>
              <a:t>01</a:t>
            </a:r>
          </a:p>
        </p:txBody>
      </p:sp>
      <p:sp>
        <p:nvSpPr>
          <p:cNvPr id="383" name="Google Shape;315;p30"/>
          <p:cNvSpPr txBox="1">
            <a:spLocks noGrp="1"/>
          </p:cNvSpPr>
          <p:nvPr>
            <p:ph type="title"/>
          </p:nvPr>
        </p:nvSpPr>
        <p:spPr>
          <a:xfrm>
            <a:off x="663128" y="169616"/>
            <a:ext cx="10568873" cy="763601"/>
          </a:xfrm>
          <a:prstGeom prst="rect">
            <a:avLst/>
          </a:prstGeom>
        </p:spPr>
        <p:txBody>
          <a:bodyPr lIns="121899" tIns="121899" rIns="121899" bIns="121899" anchor="ctr"/>
          <a:lstStyle>
            <a:lvl1pPr>
              <a:defRPr sz="2400" b="1">
                <a:solidFill>
                  <a:srgbClr val="2F3666"/>
                </a:solidFill>
                <a:latin typeface="Nunito"/>
                <a:ea typeface="Nunito"/>
                <a:cs typeface="Nunito"/>
                <a:sym typeface="Nunito"/>
              </a:defRPr>
            </a:lvl1pPr>
          </a:lstStyle>
          <a:p>
            <a:r>
              <a:t>Table of contents</a:t>
            </a:r>
          </a:p>
        </p:txBody>
      </p:sp>
      <p:sp>
        <p:nvSpPr>
          <p:cNvPr id="384" name="Google Shape;322;p30"/>
          <p:cNvSpPr txBox="1">
            <a:spLocks noGrp="1"/>
          </p:cNvSpPr>
          <p:nvPr>
            <p:ph type="body" sz="quarter" idx="1"/>
          </p:nvPr>
        </p:nvSpPr>
        <p:spPr>
          <a:xfrm>
            <a:off x="2500878" y="1726979"/>
            <a:ext cx="2662802" cy="944401"/>
          </a:xfrm>
          <a:prstGeom prst="rect">
            <a:avLst/>
          </a:prstGeom>
        </p:spPr>
        <p:txBody>
          <a:bodyPr lIns="121899" tIns="121899" rIns="121899" bIns="121899"/>
          <a:lstStyle>
            <a:lvl1pPr marL="0" indent="0">
              <a:defRPr sz="1800">
                <a:solidFill>
                  <a:srgbClr val="2F3666"/>
                </a:solidFill>
                <a:latin typeface="Nunito"/>
                <a:ea typeface="Nunito"/>
                <a:cs typeface="Nunito"/>
                <a:sym typeface="Nunito"/>
              </a:defRPr>
            </a:lvl1pPr>
          </a:lstStyle>
          <a:p>
            <a:r>
              <a:t>Project Mandate </a:t>
            </a:r>
          </a:p>
        </p:txBody>
      </p:sp>
      <p:sp>
        <p:nvSpPr>
          <p:cNvPr id="385" name="Google Shape;324;p30"/>
          <p:cNvSpPr txBox="1"/>
          <p:nvPr/>
        </p:nvSpPr>
        <p:spPr>
          <a:xfrm>
            <a:off x="2511587" y="4237420"/>
            <a:ext cx="3276832" cy="94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lvl1pPr>
              <a:defRPr b="1">
                <a:solidFill>
                  <a:srgbClr val="2F3666"/>
                </a:solidFill>
                <a:latin typeface="Nunito"/>
                <a:ea typeface="Nunito"/>
                <a:cs typeface="Nunito"/>
                <a:sym typeface="Nunito"/>
              </a:defRPr>
            </a:lvl1pPr>
          </a:lstStyle>
          <a:p>
            <a:r>
              <a:t>Participation Rate Analysis</a:t>
            </a:r>
          </a:p>
        </p:txBody>
      </p:sp>
      <p:grpSp>
        <p:nvGrpSpPr>
          <p:cNvPr id="396" name="Google Shape;328;p30"/>
          <p:cNvGrpSpPr/>
          <p:nvPr/>
        </p:nvGrpSpPr>
        <p:grpSpPr>
          <a:xfrm>
            <a:off x="11497178" y="4371402"/>
            <a:ext cx="434736" cy="2242700"/>
            <a:chOff x="0" y="0"/>
            <a:chExt cx="434735" cy="2242699"/>
          </a:xfrm>
        </p:grpSpPr>
        <p:sp>
          <p:nvSpPr>
            <p:cNvPr id="386" name="Google Shape;329;p30"/>
            <p:cNvSpPr/>
            <p:nvPr/>
          </p:nvSpPr>
          <p:spPr>
            <a:xfrm rot="5400000">
              <a:off x="304107" y="671234"/>
              <a:ext cx="130629" cy="130629"/>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87" name="Google Shape;330;p30"/>
            <p:cNvSpPr/>
            <p:nvPr/>
          </p:nvSpPr>
          <p:spPr>
            <a:xfrm rot="5400000">
              <a:off x="304107" y="1031443"/>
              <a:ext cx="130629" cy="130630"/>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88" name="Google Shape;331;p30"/>
            <p:cNvSpPr/>
            <p:nvPr/>
          </p:nvSpPr>
          <p:spPr>
            <a:xfrm rot="5400000">
              <a:off x="304107" y="1391652"/>
              <a:ext cx="130629" cy="130629"/>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89" name="Google Shape;332;p30"/>
            <p:cNvSpPr/>
            <p:nvPr/>
          </p:nvSpPr>
          <p:spPr>
            <a:xfrm rot="5400000">
              <a:off x="304107" y="1751861"/>
              <a:ext cx="130629" cy="130630"/>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0" name="Google Shape;333;p30"/>
            <p:cNvSpPr/>
            <p:nvPr/>
          </p:nvSpPr>
          <p:spPr>
            <a:xfrm rot="5400000">
              <a:off x="304107" y="2112070"/>
              <a:ext cx="130629" cy="130630"/>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1" name="Google Shape;334;p30"/>
            <p:cNvSpPr/>
            <p:nvPr/>
          </p:nvSpPr>
          <p:spPr>
            <a:xfrm rot="5400000">
              <a:off x="-1" y="0"/>
              <a:ext cx="122376" cy="122375"/>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2" name="Google Shape;335;p30"/>
            <p:cNvSpPr/>
            <p:nvPr/>
          </p:nvSpPr>
          <p:spPr>
            <a:xfrm rot="5400000">
              <a:off x="-1" y="337676"/>
              <a:ext cx="122376" cy="122375"/>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3" name="Google Shape;336;p30"/>
            <p:cNvSpPr/>
            <p:nvPr/>
          </p:nvSpPr>
          <p:spPr>
            <a:xfrm rot="5400000">
              <a:off x="-1" y="675351"/>
              <a:ext cx="122376" cy="122375"/>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4" name="Google Shape;337;p30"/>
            <p:cNvSpPr/>
            <p:nvPr/>
          </p:nvSpPr>
          <p:spPr>
            <a:xfrm rot="5400000">
              <a:off x="-1" y="1013026"/>
              <a:ext cx="122376" cy="122376"/>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sp>
          <p:nvSpPr>
            <p:cNvPr id="395" name="Google Shape;338;p30"/>
            <p:cNvSpPr/>
            <p:nvPr/>
          </p:nvSpPr>
          <p:spPr>
            <a:xfrm rot="5400000">
              <a:off x="-1" y="1350702"/>
              <a:ext cx="122376" cy="122376"/>
            </a:xfrm>
            <a:prstGeom prst="ellipse">
              <a:avLst/>
            </a:prstGeom>
            <a:solidFill>
              <a:srgbClr val="2F3666"/>
            </a:solidFill>
            <a:ln w="12700" cap="flat">
              <a:noFill/>
              <a:miter lim="400000"/>
            </a:ln>
            <a:effectLst/>
          </p:spPr>
          <p:txBody>
            <a:bodyPr wrap="square" lIns="45719" tIns="45719" rIns="45719" bIns="45719" numCol="1" anchor="ctr">
              <a:noAutofit/>
            </a:bodyPr>
            <a:lstStyle/>
            <a:p>
              <a:pPr defTabSz="1219169">
                <a:defRPr sz="2400">
                  <a:solidFill>
                    <a:srgbClr val="000000"/>
                  </a:solidFill>
                  <a:latin typeface="+mn-lt"/>
                  <a:ea typeface="+mn-ea"/>
                  <a:cs typeface="+mn-cs"/>
                  <a:sym typeface="Calibri"/>
                </a:defRPr>
              </a:pPr>
              <a:endParaRPr/>
            </a:p>
          </p:txBody>
        </p:sp>
      </p:grpSp>
      <p:grpSp>
        <p:nvGrpSpPr>
          <p:cNvPr id="399" name="Google Shape;347;p31"/>
          <p:cNvGrpSpPr/>
          <p:nvPr/>
        </p:nvGrpSpPr>
        <p:grpSpPr>
          <a:xfrm>
            <a:off x="78415" y="257016"/>
            <a:ext cx="589201" cy="588801"/>
            <a:chOff x="0" y="0"/>
            <a:chExt cx="589199" cy="588799"/>
          </a:xfrm>
        </p:grpSpPr>
        <p:sp>
          <p:nvSpPr>
            <p:cNvPr id="397"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398"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pic>
        <p:nvPicPr>
          <p:cNvPr id="400" name="Picture 4" descr="Picture 4"/>
          <p:cNvPicPr>
            <a:picLocks noChangeAspect="1"/>
          </p:cNvPicPr>
          <p:nvPr/>
        </p:nvPicPr>
        <p:blipFill>
          <a:blip r:embed="rId2"/>
          <a:stretch>
            <a:fillRect/>
          </a:stretch>
        </p:blipFill>
        <p:spPr>
          <a:xfrm>
            <a:off x="11184358" y="96146"/>
            <a:ext cx="1060376" cy="910540"/>
          </a:xfrm>
          <a:prstGeom prst="rect">
            <a:avLst/>
          </a:prstGeom>
          <a:ln w="12700">
            <a:miter lim="400000"/>
          </a:ln>
        </p:spPr>
      </p:pic>
      <p:sp>
        <p:nvSpPr>
          <p:cNvPr id="401" name="Google Shape;314;p30"/>
          <p:cNvSpPr/>
          <p:nvPr/>
        </p:nvSpPr>
        <p:spPr>
          <a:xfrm>
            <a:off x="1896203" y="3159999"/>
            <a:ext cx="589201" cy="588801"/>
          </a:xfrm>
          <a:prstGeom prst="ellipse">
            <a:avLst/>
          </a:prstGeom>
          <a:solidFill>
            <a:srgbClr val="2F366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defTabSz="1219169">
              <a:defRPr sz="2300">
                <a:latin typeface="Nunito"/>
                <a:ea typeface="Nunito"/>
                <a:cs typeface="Nunito"/>
                <a:sym typeface="Nunito"/>
              </a:defRPr>
            </a:lvl1pPr>
          </a:lstStyle>
          <a:p>
            <a:r>
              <a:rPr sz="2000"/>
              <a:t>02</a:t>
            </a:r>
          </a:p>
        </p:txBody>
      </p:sp>
      <p:sp>
        <p:nvSpPr>
          <p:cNvPr id="402" name="Google Shape;322;p30"/>
          <p:cNvSpPr txBox="1"/>
          <p:nvPr/>
        </p:nvSpPr>
        <p:spPr>
          <a:xfrm>
            <a:off x="2500878" y="2982199"/>
            <a:ext cx="2662802" cy="94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lvl1pPr>
              <a:defRPr b="1">
                <a:solidFill>
                  <a:srgbClr val="2F3666"/>
                </a:solidFill>
                <a:latin typeface="Nunito"/>
                <a:ea typeface="Nunito"/>
                <a:cs typeface="Nunito"/>
                <a:sym typeface="Nunito"/>
              </a:defRPr>
            </a:lvl1pPr>
          </a:lstStyle>
          <a:p>
            <a:r>
              <a:t>Overview</a:t>
            </a:r>
          </a:p>
        </p:txBody>
      </p:sp>
      <p:sp>
        <p:nvSpPr>
          <p:cNvPr id="403" name="Google Shape;314;p30"/>
          <p:cNvSpPr/>
          <p:nvPr/>
        </p:nvSpPr>
        <p:spPr>
          <a:xfrm>
            <a:off x="1905408" y="4415220"/>
            <a:ext cx="589201" cy="588801"/>
          </a:xfrm>
          <a:prstGeom prst="ellipse">
            <a:avLst/>
          </a:prstGeom>
          <a:solidFill>
            <a:srgbClr val="2F366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defTabSz="1219169">
              <a:defRPr sz="2300">
                <a:latin typeface="Nunito"/>
                <a:ea typeface="Nunito"/>
                <a:cs typeface="Nunito"/>
                <a:sym typeface="Nunito"/>
              </a:defRPr>
            </a:lvl1pPr>
          </a:lstStyle>
          <a:p>
            <a:r>
              <a:rPr sz="2000"/>
              <a:t>03</a:t>
            </a:r>
          </a:p>
        </p:txBody>
      </p:sp>
      <p:sp>
        <p:nvSpPr>
          <p:cNvPr id="404" name="Google Shape;314;p30"/>
          <p:cNvSpPr/>
          <p:nvPr/>
        </p:nvSpPr>
        <p:spPr>
          <a:xfrm>
            <a:off x="6234392" y="1904779"/>
            <a:ext cx="589201" cy="588801"/>
          </a:xfrm>
          <a:prstGeom prst="ellipse">
            <a:avLst/>
          </a:prstGeom>
          <a:solidFill>
            <a:srgbClr val="2F366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defTabSz="1219169">
              <a:defRPr sz="2300">
                <a:latin typeface="Nunito"/>
                <a:ea typeface="Nunito"/>
                <a:cs typeface="Nunito"/>
                <a:sym typeface="Nunito"/>
              </a:defRPr>
            </a:lvl1pPr>
          </a:lstStyle>
          <a:p>
            <a:r>
              <a:rPr sz="2000"/>
              <a:t>04</a:t>
            </a:r>
          </a:p>
        </p:txBody>
      </p:sp>
      <p:sp>
        <p:nvSpPr>
          <p:cNvPr id="405" name="Google Shape;322;p30"/>
          <p:cNvSpPr txBox="1"/>
          <p:nvPr/>
        </p:nvSpPr>
        <p:spPr>
          <a:xfrm>
            <a:off x="6839068" y="1726979"/>
            <a:ext cx="2662801" cy="94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lvl1pPr>
              <a:defRPr b="1">
                <a:solidFill>
                  <a:srgbClr val="2F3666"/>
                </a:solidFill>
                <a:latin typeface="Nunito"/>
                <a:ea typeface="Nunito"/>
                <a:cs typeface="Nunito"/>
                <a:sym typeface="Nunito"/>
              </a:defRPr>
            </a:lvl1pPr>
          </a:lstStyle>
          <a:p>
            <a:r>
              <a:t>Performance Analysis</a:t>
            </a:r>
          </a:p>
        </p:txBody>
      </p:sp>
      <p:sp>
        <p:nvSpPr>
          <p:cNvPr id="406" name="Google Shape;314;p30"/>
          <p:cNvSpPr/>
          <p:nvPr/>
        </p:nvSpPr>
        <p:spPr>
          <a:xfrm>
            <a:off x="6237164" y="3159999"/>
            <a:ext cx="589201" cy="588801"/>
          </a:xfrm>
          <a:prstGeom prst="ellipse">
            <a:avLst/>
          </a:prstGeom>
          <a:solidFill>
            <a:srgbClr val="2F366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algn="ctr" defTabSz="1219169">
              <a:defRPr sz="2300">
                <a:latin typeface="Nunito"/>
                <a:ea typeface="Nunito"/>
                <a:cs typeface="Nunito"/>
                <a:sym typeface="Nunito"/>
              </a:defRPr>
            </a:lvl1pPr>
          </a:lstStyle>
          <a:p>
            <a:r>
              <a:rPr sz="2000"/>
              <a:t>05</a:t>
            </a:r>
          </a:p>
        </p:txBody>
      </p:sp>
      <p:sp>
        <p:nvSpPr>
          <p:cNvPr id="407" name="Google Shape;322;p30"/>
          <p:cNvSpPr txBox="1"/>
          <p:nvPr/>
        </p:nvSpPr>
        <p:spPr>
          <a:xfrm>
            <a:off x="6839068" y="2982199"/>
            <a:ext cx="2662801" cy="94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lvl1pPr>
              <a:defRPr b="1">
                <a:solidFill>
                  <a:srgbClr val="2F3666"/>
                </a:solidFill>
                <a:latin typeface="Nunito"/>
                <a:ea typeface="Nunito"/>
                <a:cs typeface="Nunito"/>
                <a:sym typeface="Nunito"/>
              </a:defRPr>
            </a:lvl1pPr>
          </a:lstStyle>
          <a:p>
            <a:r>
              <a:t>Proposed Initiatives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411" name="Pentagon 8"/>
          <p:cNvGrpSpPr/>
          <p:nvPr/>
        </p:nvGrpSpPr>
        <p:grpSpPr>
          <a:xfrm>
            <a:off x="9600233" y="6421169"/>
            <a:ext cx="2997686" cy="436827"/>
            <a:chOff x="-1" y="-1"/>
            <a:chExt cx="2997685" cy="436826"/>
          </a:xfrm>
        </p:grpSpPr>
        <p:sp>
          <p:nvSpPr>
            <p:cNvPr id="409"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10"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414" name="Pentagon 6"/>
          <p:cNvGrpSpPr/>
          <p:nvPr/>
        </p:nvGrpSpPr>
        <p:grpSpPr>
          <a:xfrm>
            <a:off x="6806716" y="6421174"/>
            <a:ext cx="2997686" cy="436827"/>
            <a:chOff x="-1" y="-1"/>
            <a:chExt cx="2997685" cy="436826"/>
          </a:xfrm>
        </p:grpSpPr>
        <p:sp>
          <p:nvSpPr>
            <p:cNvPr id="412"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13"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417" name="Pentagon 5"/>
          <p:cNvGrpSpPr/>
          <p:nvPr/>
        </p:nvGrpSpPr>
        <p:grpSpPr>
          <a:xfrm>
            <a:off x="3860798" y="6421171"/>
            <a:ext cx="3166537" cy="436827"/>
            <a:chOff x="-1" y="-1"/>
            <a:chExt cx="3166535" cy="436826"/>
          </a:xfrm>
        </p:grpSpPr>
        <p:sp>
          <p:nvSpPr>
            <p:cNvPr id="415"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16"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Participation Analysis</a:t>
              </a:r>
            </a:p>
          </p:txBody>
        </p:sp>
      </p:grpSp>
      <p:grpSp>
        <p:nvGrpSpPr>
          <p:cNvPr id="420" name="Pentagon 4"/>
          <p:cNvGrpSpPr/>
          <p:nvPr/>
        </p:nvGrpSpPr>
        <p:grpSpPr>
          <a:xfrm>
            <a:off x="1913465" y="6421172"/>
            <a:ext cx="2201336" cy="436827"/>
            <a:chOff x="-1" y="-1"/>
            <a:chExt cx="2201335" cy="436826"/>
          </a:xfrm>
        </p:grpSpPr>
        <p:sp>
          <p:nvSpPr>
            <p:cNvPr id="418"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19"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sp>
        <p:nvSpPr>
          <p:cNvPr id="421" name="Google Shape;376;p33"/>
          <p:cNvSpPr txBox="1"/>
          <p:nvPr/>
        </p:nvSpPr>
        <p:spPr>
          <a:xfrm>
            <a:off x="570283" y="1647393"/>
            <a:ext cx="11164518" cy="32008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t">
            <a:spAutoFit/>
          </a:bodyPr>
          <a:lstStyle/>
          <a:p>
            <a:pPr>
              <a:defRPr sz="1600">
                <a:solidFill>
                  <a:srgbClr val="263147"/>
                </a:solidFill>
                <a:latin typeface="Nunito"/>
                <a:ea typeface="Nunito"/>
                <a:cs typeface="Nunito"/>
                <a:sym typeface="Nunito"/>
              </a:defRPr>
            </a:pPr>
            <a:r>
              <a:rPr dirty="0"/>
              <a:t>The Nexus Logistics Solutions (NLS) proposed to utilize historical course enrollment data to gain comprehensive insights into the utilization of the Skills &amp; Competencies Development Program. The utilization of the courses can be </a:t>
            </a:r>
            <a:r>
              <a:rPr lang="af-ZA" dirty="0"/>
              <a:t>analyzed</a:t>
            </a:r>
            <a:r>
              <a:rPr dirty="0"/>
              <a:t> by: </a:t>
            </a:r>
          </a:p>
          <a:p>
            <a:pPr>
              <a:defRPr sz="1600">
                <a:solidFill>
                  <a:srgbClr val="263147"/>
                </a:solidFill>
                <a:latin typeface="Nunito"/>
                <a:ea typeface="Nunito"/>
                <a:cs typeface="Nunito"/>
                <a:sym typeface="Nunito"/>
              </a:defRPr>
            </a:pPr>
            <a:endParaRPr dirty="0"/>
          </a:p>
          <a:p>
            <a:pPr marL="285750" indent="-285750">
              <a:buSzPct val="100000"/>
              <a:buFont typeface="Arial"/>
              <a:buChar char="•"/>
              <a:defRPr sz="1600">
                <a:solidFill>
                  <a:srgbClr val="263147"/>
                </a:solidFill>
                <a:latin typeface="Nunito"/>
                <a:ea typeface="Nunito"/>
                <a:cs typeface="Nunito"/>
                <a:sym typeface="Nunito"/>
              </a:defRPr>
            </a:pPr>
            <a:r>
              <a:rPr dirty="0"/>
              <a:t>Trends in Courses and Regional Participation</a:t>
            </a:r>
          </a:p>
          <a:p>
            <a:pPr marL="285750" indent="-285750">
              <a:buSzPct val="100000"/>
              <a:buFont typeface="Arial"/>
              <a:buChar char="•"/>
              <a:defRPr sz="1600">
                <a:solidFill>
                  <a:srgbClr val="263147"/>
                </a:solidFill>
                <a:latin typeface="Nunito"/>
                <a:ea typeface="Nunito"/>
                <a:cs typeface="Nunito"/>
                <a:sym typeface="Nunito"/>
              </a:defRPr>
            </a:pPr>
            <a:r>
              <a:rPr dirty="0"/>
              <a:t>Performance Highlights by Local Office</a:t>
            </a:r>
          </a:p>
          <a:p>
            <a:pPr marL="285750" indent="-285750">
              <a:buSzPct val="100000"/>
              <a:buFont typeface="Arial"/>
              <a:buChar char="•"/>
              <a:defRPr sz="1600">
                <a:solidFill>
                  <a:srgbClr val="263147"/>
                </a:solidFill>
                <a:latin typeface="Nunito"/>
                <a:ea typeface="Nunito"/>
                <a:cs typeface="Nunito"/>
                <a:sym typeface="Nunito"/>
              </a:defRPr>
            </a:pPr>
            <a:r>
              <a:rPr dirty="0"/>
              <a:t>Assessing Course Effectiveness</a:t>
            </a:r>
          </a:p>
          <a:p>
            <a:pPr marL="285750" indent="-285750">
              <a:buSzPct val="100000"/>
              <a:buFont typeface="Arial"/>
              <a:buChar char="•"/>
              <a:defRPr sz="1600">
                <a:solidFill>
                  <a:srgbClr val="263147"/>
                </a:solidFill>
                <a:latin typeface="Nunito"/>
                <a:ea typeface="Nunito"/>
                <a:cs typeface="Nunito"/>
                <a:sym typeface="Nunito"/>
              </a:defRPr>
            </a:pPr>
            <a:r>
              <a:rPr dirty="0"/>
              <a:t>Regional Analysis of Improvement Scores</a:t>
            </a:r>
          </a:p>
          <a:p>
            <a:pPr>
              <a:defRPr sz="1600">
                <a:solidFill>
                  <a:srgbClr val="263147"/>
                </a:solidFill>
                <a:latin typeface="Nunito"/>
                <a:ea typeface="Nunito"/>
                <a:cs typeface="Nunito"/>
                <a:sym typeface="Nunito"/>
              </a:defRPr>
            </a:pPr>
            <a:endParaRPr dirty="0"/>
          </a:p>
          <a:p>
            <a:pPr>
              <a:defRPr sz="1600">
                <a:solidFill>
                  <a:srgbClr val="263147"/>
                </a:solidFill>
                <a:latin typeface="Nunito"/>
                <a:ea typeface="Nunito"/>
                <a:cs typeface="Nunito"/>
                <a:sym typeface="Nunito"/>
              </a:defRPr>
            </a:pPr>
            <a:r>
              <a:rPr dirty="0"/>
              <a:t>This initiative will drive data-driven decision-making for optimizing employee training, identifying best practices, and ensuring skill development aligns with the organization’s strategic objectives. </a:t>
            </a:r>
          </a:p>
          <a:p>
            <a:pPr>
              <a:defRPr sz="1600">
                <a:solidFill>
                  <a:srgbClr val="263147"/>
                </a:solidFill>
              </a:defRPr>
            </a:pPr>
            <a:endParaRPr dirty="0"/>
          </a:p>
        </p:txBody>
      </p:sp>
      <p:grpSp>
        <p:nvGrpSpPr>
          <p:cNvPr id="424" name="Pentagon 2"/>
          <p:cNvGrpSpPr/>
          <p:nvPr/>
        </p:nvGrpSpPr>
        <p:grpSpPr>
          <a:xfrm>
            <a:off x="-2" y="6421172"/>
            <a:ext cx="2201337" cy="436827"/>
            <a:chOff x="-1" y="-1"/>
            <a:chExt cx="2201335" cy="436826"/>
          </a:xfrm>
        </p:grpSpPr>
        <p:sp>
          <p:nvSpPr>
            <p:cNvPr id="422"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23"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Project Mandate</a:t>
              </a:r>
            </a:p>
          </p:txBody>
        </p:sp>
      </p:grpSp>
      <p:sp>
        <p:nvSpPr>
          <p:cNvPr id="425" name="Google Shape;343;p31"/>
          <p:cNvSpPr txBox="1">
            <a:spLocks noGrp="1"/>
          </p:cNvSpPr>
          <p:nvPr>
            <p:ph type="title"/>
          </p:nvPr>
        </p:nvSpPr>
        <p:spPr>
          <a:xfrm>
            <a:off x="663128" y="169616"/>
            <a:ext cx="10568873" cy="763601"/>
          </a:xfrm>
          <a:prstGeom prst="rect">
            <a:avLst/>
          </a:prstGeom>
        </p:spPr>
        <p:txBody>
          <a:bodyPr lIns="121899" tIns="121899" rIns="121899" bIns="121899" anchor="ctr"/>
          <a:lstStyle>
            <a:lvl1pPr>
              <a:defRPr sz="2400" b="1">
                <a:solidFill>
                  <a:srgbClr val="2F3666"/>
                </a:solidFill>
                <a:latin typeface="Nunito"/>
                <a:ea typeface="Nunito"/>
                <a:cs typeface="Nunito"/>
                <a:sym typeface="Nunito"/>
              </a:defRPr>
            </a:lvl1pPr>
          </a:lstStyle>
          <a:p>
            <a:r>
              <a:t>Project Mandate</a:t>
            </a:r>
          </a:p>
        </p:txBody>
      </p:sp>
      <p:grpSp>
        <p:nvGrpSpPr>
          <p:cNvPr id="428" name="Google Shape;347;p31"/>
          <p:cNvGrpSpPr/>
          <p:nvPr/>
        </p:nvGrpSpPr>
        <p:grpSpPr>
          <a:xfrm>
            <a:off x="78415" y="257016"/>
            <a:ext cx="589201" cy="588801"/>
            <a:chOff x="0" y="0"/>
            <a:chExt cx="589199" cy="588799"/>
          </a:xfrm>
        </p:grpSpPr>
        <p:sp>
          <p:nvSpPr>
            <p:cNvPr id="426"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427"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pic>
        <p:nvPicPr>
          <p:cNvPr id="429" name="Picture 4" descr="Picture 4"/>
          <p:cNvPicPr>
            <a:picLocks noChangeAspect="1"/>
          </p:cNvPicPr>
          <p:nvPr/>
        </p:nvPicPr>
        <p:blipFill>
          <a:blip r:embed="rId2"/>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aphicFrame>
        <p:nvGraphicFramePr>
          <p:cNvPr id="431" name="Chart 9"/>
          <p:cNvGraphicFramePr/>
          <p:nvPr>
            <p:extLst>
              <p:ext uri="{D42A27DB-BD31-4B8C-83A1-F6EECF244321}">
                <p14:modId xmlns:p14="http://schemas.microsoft.com/office/powerpoint/2010/main" val="2895772134"/>
              </p:ext>
            </p:extLst>
          </p:nvPr>
        </p:nvGraphicFramePr>
        <p:xfrm>
          <a:off x="1998513" y="2286861"/>
          <a:ext cx="1336235" cy="1686018"/>
        </p:xfrm>
        <a:graphic>
          <a:graphicData uri="http://schemas.openxmlformats.org/drawingml/2006/chart">
            <c:chart xmlns:c="http://schemas.openxmlformats.org/drawingml/2006/chart" xmlns:r="http://schemas.openxmlformats.org/officeDocument/2006/relationships" r:id="rId2"/>
          </a:graphicData>
        </a:graphic>
      </p:graphicFrame>
      <p:grpSp>
        <p:nvGrpSpPr>
          <p:cNvPr id="434" name="Pentagon 8"/>
          <p:cNvGrpSpPr/>
          <p:nvPr/>
        </p:nvGrpSpPr>
        <p:grpSpPr>
          <a:xfrm>
            <a:off x="9532634" y="6428643"/>
            <a:ext cx="2997686" cy="436827"/>
            <a:chOff x="-1" y="-1"/>
            <a:chExt cx="2997685" cy="436826"/>
          </a:xfrm>
        </p:grpSpPr>
        <p:sp>
          <p:nvSpPr>
            <p:cNvPr id="432"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33"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437" name="Pentagon 6"/>
          <p:cNvGrpSpPr/>
          <p:nvPr/>
        </p:nvGrpSpPr>
        <p:grpSpPr>
          <a:xfrm>
            <a:off x="6806716" y="6421174"/>
            <a:ext cx="2997686" cy="436827"/>
            <a:chOff x="-1" y="-1"/>
            <a:chExt cx="2997685" cy="436826"/>
          </a:xfrm>
        </p:grpSpPr>
        <p:sp>
          <p:nvSpPr>
            <p:cNvPr id="435"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36"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440" name="Pentagon 5"/>
          <p:cNvGrpSpPr/>
          <p:nvPr/>
        </p:nvGrpSpPr>
        <p:grpSpPr>
          <a:xfrm>
            <a:off x="3860798" y="6421171"/>
            <a:ext cx="3166537" cy="436827"/>
            <a:chOff x="-1" y="-1"/>
            <a:chExt cx="3166535" cy="436826"/>
          </a:xfrm>
        </p:grpSpPr>
        <p:sp>
          <p:nvSpPr>
            <p:cNvPr id="438"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39"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Participation Analysis</a:t>
              </a:r>
            </a:p>
          </p:txBody>
        </p:sp>
      </p:grpSp>
      <p:grpSp>
        <p:nvGrpSpPr>
          <p:cNvPr id="443" name="Pentagon 4"/>
          <p:cNvGrpSpPr/>
          <p:nvPr/>
        </p:nvGrpSpPr>
        <p:grpSpPr>
          <a:xfrm>
            <a:off x="1913465" y="6421172"/>
            <a:ext cx="2201336" cy="436827"/>
            <a:chOff x="-1" y="-1"/>
            <a:chExt cx="2201335" cy="436826"/>
          </a:xfrm>
        </p:grpSpPr>
        <p:sp>
          <p:nvSpPr>
            <p:cNvPr id="441"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42"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446" name="Pentagon 2"/>
          <p:cNvGrpSpPr/>
          <p:nvPr/>
        </p:nvGrpSpPr>
        <p:grpSpPr>
          <a:xfrm>
            <a:off x="-2" y="6421172"/>
            <a:ext cx="2201337" cy="436827"/>
            <a:chOff x="-1" y="-1"/>
            <a:chExt cx="2201335" cy="436826"/>
          </a:xfrm>
        </p:grpSpPr>
        <p:sp>
          <p:nvSpPr>
            <p:cNvPr id="444"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45"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sp>
        <p:nvSpPr>
          <p:cNvPr id="447" name="TextBox 3"/>
          <p:cNvSpPr txBox="1"/>
          <p:nvPr/>
        </p:nvSpPr>
        <p:spPr>
          <a:xfrm>
            <a:off x="1396879" y="1773788"/>
            <a:ext cx="2896869" cy="878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800" b="1">
                <a:solidFill>
                  <a:srgbClr val="2F3666"/>
                </a:solidFill>
                <a:latin typeface="Nunito"/>
                <a:ea typeface="Nunito"/>
                <a:cs typeface="Nunito"/>
                <a:sym typeface="Nunito"/>
              </a:defRPr>
            </a:pPr>
            <a:r>
              <a:t>Latin America </a:t>
            </a:r>
          </a:p>
          <a:p>
            <a:pPr algn="ctr">
              <a:defRPr sz="1200">
                <a:solidFill>
                  <a:srgbClr val="263147"/>
                </a:solidFill>
                <a:latin typeface="Nunito"/>
                <a:ea typeface="Nunito"/>
                <a:cs typeface="Nunito"/>
                <a:sym typeface="Nunito"/>
              </a:defRPr>
            </a:pPr>
            <a:r>
              <a:t>stands as the leading region in enrolment with </a:t>
            </a:r>
          </a:p>
        </p:txBody>
      </p:sp>
      <p:sp>
        <p:nvSpPr>
          <p:cNvPr id="448" name="TextBox 7"/>
          <p:cNvSpPr txBox="1"/>
          <p:nvPr/>
        </p:nvSpPr>
        <p:spPr>
          <a:xfrm>
            <a:off x="2169575" y="3093611"/>
            <a:ext cx="1301371"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solidFill>
                  <a:srgbClr val="01D201"/>
                </a:solidFill>
                <a:latin typeface="Nunito"/>
                <a:ea typeface="Nunito"/>
                <a:cs typeface="Nunito"/>
                <a:sym typeface="Nunito"/>
              </a:defRPr>
            </a:lvl1pPr>
          </a:lstStyle>
          <a:p>
            <a:r>
              <a:t>53.7%</a:t>
            </a:r>
          </a:p>
        </p:txBody>
      </p:sp>
      <p:grpSp>
        <p:nvGrpSpPr>
          <p:cNvPr id="451" name="Rounded Rectangle 10"/>
          <p:cNvGrpSpPr/>
          <p:nvPr/>
        </p:nvGrpSpPr>
        <p:grpSpPr>
          <a:xfrm>
            <a:off x="1484825" y="1124267"/>
            <a:ext cx="6063426" cy="459742"/>
            <a:chOff x="0" y="-1"/>
            <a:chExt cx="6063425" cy="459741"/>
          </a:xfrm>
        </p:grpSpPr>
        <p:sp>
          <p:nvSpPr>
            <p:cNvPr id="449" name="Rounded Rectangle"/>
            <p:cNvSpPr/>
            <p:nvPr/>
          </p:nvSpPr>
          <p:spPr>
            <a:xfrm>
              <a:off x="0" y="24128"/>
              <a:ext cx="6063425" cy="411483"/>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50" name="Participation Rate"/>
            <p:cNvSpPr txBox="1"/>
            <p:nvPr/>
          </p:nvSpPr>
          <p:spPr>
            <a:xfrm>
              <a:off x="78506" y="-1"/>
              <a:ext cx="5906411" cy="4597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2400">
                  <a:latin typeface="Nunito"/>
                  <a:ea typeface="Nunito"/>
                  <a:cs typeface="Nunito"/>
                  <a:sym typeface="Nunito"/>
                </a:defRPr>
              </a:lvl1pPr>
            </a:lstStyle>
            <a:p>
              <a:r>
                <a:t>Participation Rate </a:t>
              </a:r>
            </a:p>
          </p:txBody>
        </p:sp>
      </p:grpSp>
      <p:sp>
        <p:nvSpPr>
          <p:cNvPr id="452" name="TextBox 11"/>
          <p:cNvSpPr txBox="1"/>
          <p:nvPr/>
        </p:nvSpPr>
        <p:spPr>
          <a:xfrm>
            <a:off x="4379515" y="1773784"/>
            <a:ext cx="3195020" cy="3202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800" b="1">
                <a:solidFill>
                  <a:srgbClr val="2F3666"/>
                </a:solidFill>
                <a:latin typeface="Nunito"/>
                <a:ea typeface="Nunito"/>
                <a:cs typeface="Nunito"/>
                <a:sym typeface="Nunito"/>
              </a:defRPr>
            </a:pPr>
            <a:r>
              <a:t>Logistics Software Essentials Course</a:t>
            </a:r>
          </a:p>
          <a:p>
            <a:pPr algn="ctr">
              <a:defRPr sz="1200">
                <a:solidFill>
                  <a:srgbClr val="263147"/>
                </a:solidFill>
                <a:latin typeface="Nunito"/>
                <a:ea typeface="Nunito"/>
                <a:cs typeface="Nunito"/>
                <a:sym typeface="Nunito"/>
              </a:defRPr>
            </a:pPr>
            <a:r>
              <a:t>ranks as the most popular </a:t>
            </a:r>
          </a:p>
          <a:p>
            <a:pPr algn="ctr">
              <a:defRPr sz="1200">
                <a:solidFill>
                  <a:srgbClr val="263147"/>
                </a:solidFill>
                <a:latin typeface="Nunito"/>
                <a:ea typeface="Nunito"/>
                <a:cs typeface="Nunito"/>
                <a:sym typeface="Nunito"/>
              </a:defRPr>
            </a:pPr>
            <a:r>
              <a:t>training program with</a:t>
            </a:r>
            <a:endParaRPr sz="6000">
              <a:solidFill>
                <a:srgbClr val="01D201"/>
              </a:solidFill>
            </a:endParaRPr>
          </a:p>
          <a:p>
            <a:pPr algn="ctr">
              <a:defRPr sz="6600">
                <a:solidFill>
                  <a:srgbClr val="01D201"/>
                </a:solidFill>
                <a:latin typeface="Nunito"/>
                <a:ea typeface="Nunito"/>
                <a:cs typeface="Nunito"/>
                <a:sym typeface="Nunito"/>
              </a:defRPr>
            </a:pPr>
            <a:r>
              <a:t>3,663</a:t>
            </a:r>
            <a:r>
              <a:rPr sz="2400">
                <a:solidFill>
                  <a:srgbClr val="2F3666"/>
                </a:solidFill>
              </a:rPr>
              <a:t> </a:t>
            </a:r>
          </a:p>
          <a:p>
            <a:pPr algn="ctr">
              <a:defRPr sz="1200">
                <a:solidFill>
                  <a:srgbClr val="2F3666"/>
                </a:solidFill>
                <a:latin typeface="Nunito"/>
                <a:ea typeface="Nunito"/>
                <a:cs typeface="Nunito"/>
                <a:sym typeface="Nunito"/>
              </a:defRPr>
            </a:pPr>
            <a:r>
              <a:t>employees enrolled in the course.   </a:t>
            </a:r>
          </a:p>
        </p:txBody>
      </p:sp>
      <p:sp>
        <p:nvSpPr>
          <p:cNvPr id="453" name="TextBox 12"/>
          <p:cNvSpPr txBox="1"/>
          <p:nvPr/>
        </p:nvSpPr>
        <p:spPr>
          <a:xfrm>
            <a:off x="1530544" y="3975467"/>
            <a:ext cx="2596509"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200">
                <a:solidFill>
                  <a:srgbClr val="263147"/>
                </a:solidFill>
                <a:latin typeface="Nunito"/>
                <a:ea typeface="Nunito"/>
                <a:cs typeface="Nunito"/>
                <a:sym typeface="Nunito"/>
              </a:defRPr>
            </a:pPr>
            <a:r>
              <a:t>of its employee enrolled in courses </a:t>
            </a:r>
          </a:p>
        </p:txBody>
      </p:sp>
      <p:sp>
        <p:nvSpPr>
          <p:cNvPr id="454" name="Straight Connector 14"/>
          <p:cNvSpPr/>
          <p:nvPr/>
        </p:nvSpPr>
        <p:spPr>
          <a:xfrm flipH="1">
            <a:off x="4229645" y="1773789"/>
            <a:ext cx="1" cy="2478679"/>
          </a:xfrm>
          <a:prstGeom prst="line">
            <a:avLst/>
          </a:prstGeom>
          <a:ln>
            <a:solidFill>
              <a:srgbClr val="263147"/>
            </a:solidFill>
          </a:ln>
        </p:spPr>
        <p:txBody>
          <a:bodyPr lIns="45719" rIns="45719"/>
          <a:lstStyle/>
          <a:p>
            <a:endParaRPr/>
          </a:p>
        </p:txBody>
      </p:sp>
      <p:grpSp>
        <p:nvGrpSpPr>
          <p:cNvPr id="457" name="Rounded Rectangle 17"/>
          <p:cNvGrpSpPr/>
          <p:nvPr/>
        </p:nvGrpSpPr>
        <p:grpSpPr>
          <a:xfrm>
            <a:off x="1484823" y="4574551"/>
            <a:ext cx="1146424" cy="1654351"/>
            <a:chOff x="0" y="0"/>
            <a:chExt cx="1146422" cy="1654349"/>
          </a:xfrm>
        </p:grpSpPr>
        <p:sp>
          <p:nvSpPr>
            <p:cNvPr id="455" name="Rounded Rectangle"/>
            <p:cNvSpPr/>
            <p:nvPr/>
          </p:nvSpPr>
          <p:spPr>
            <a:xfrm>
              <a:off x="0" y="0"/>
              <a:ext cx="1146422" cy="1654349"/>
            </a:xfrm>
            <a:prstGeom prst="roundRect">
              <a:avLst>
                <a:gd name="adj" fmla="val 16667"/>
              </a:avLst>
            </a:prstGeom>
            <a:solidFill>
              <a:srgbClr val="01D201"/>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56" name="Best Local Office…"/>
            <p:cNvSpPr txBox="1"/>
            <p:nvPr/>
          </p:nvSpPr>
          <p:spPr>
            <a:xfrm>
              <a:off x="114383" y="197254"/>
              <a:ext cx="917656" cy="1259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a:latin typeface="Nunito"/>
                  <a:ea typeface="Nunito"/>
                  <a:cs typeface="Nunito"/>
                  <a:sym typeface="Nunito"/>
                </a:defRPr>
              </a:pPr>
              <a:r>
                <a:t>Best Local Office</a:t>
              </a:r>
              <a:endParaRPr>
                <a:solidFill>
                  <a:srgbClr val="263147"/>
                </a:solidFill>
              </a:endParaRPr>
            </a:p>
            <a:p>
              <a:pPr algn="ctr">
                <a:defRPr sz="1100">
                  <a:latin typeface="Nunito"/>
                  <a:ea typeface="Nunito"/>
                  <a:cs typeface="Nunito"/>
                  <a:sym typeface="Nunito"/>
                </a:defRPr>
              </a:pPr>
              <a:r>
                <a:t>(based on participation) </a:t>
              </a:r>
            </a:p>
          </p:txBody>
        </p:sp>
      </p:grpSp>
      <p:grpSp>
        <p:nvGrpSpPr>
          <p:cNvPr id="460" name="Rounded Rectangle 18"/>
          <p:cNvGrpSpPr/>
          <p:nvPr/>
        </p:nvGrpSpPr>
        <p:grpSpPr>
          <a:xfrm>
            <a:off x="2693122" y="4590340"/>
            <a:ext cx="1777395" cy="411484"/>
            <a:chOff x="0" y="0"/>
            <a:chExt cx="1777394" cy="411483"/>
          </a:xfrm>
        </p:grpSpPr>
        <p:sp>
          <p:nvSpPr>
            <p:cNvPr id="458" name="Rounded Rectangle"/>
            <p:cNvSpPr/>
            <p:nvPr/>
          </p:nvSpPr>
          <p:spPr>
            <a:xfrm>
              <a:off x="0" y="0"/>
              <a:ext cx="1777394" cy="411483"/>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59" name="Latin America"/>
            <p:cNvSpPr txBox="1"/>
            <p:nvPr/>
          </p:nvSpPr>
          <p:spPr>
            <a:xfrm>
              <a:off x="78507" y="20321"/>
              <a:ext cx="1620380" cy="370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Nunito"/>
                  <a:ea typeface="Nunito"/>
                  <a:cs typeface="Nunito"/>
                  <a:sym typeface="Nunito"/>
                </a:defRPr>
              </a:lvl1pPr>
            </a:lstStyle>
            <a:p>
              <a:r>
                <a:t>Latin America</a:t>
              </a:r>
            </a:p>
          </p:txBody>
        </p:sp>
      </p:grpSp>
      <p:grpSp>
        <p:nvGrpSpPr>
          <p:cNvPr id="463" name="Rounded Rectangle 19"/>
          <p:cNvGrpSpPr/>
          <p:nvPr/>
        </p:nvGrpSpPr>
        <p:grpSpPr>
          <a:xfrm>
            <a:off x="4586239" y="4582716"/>
            <a:ext cx="2153156" cy="411484"/>
            <a:chOff x="0" y="0"/>
            <a:chExt cx="2153155" cy="411483"/>
          </a:xfrm>
        </p:grpSpPr>
        <p:sp>
          <p:nvSpPr>
            <p:cNvPr id="461" name="Rounded Rectangle"/>
            <p:cNvSpPr/>
            <p:nvPr/>
          </p:nvSpPr>
          <p:spPr>
            <a:xfrm>
              <a:off x="0" y="0"/>
              <a:ext cx="2153155" cy="411483"/>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62" name="North America"/>
            <p:cNvSpPr txBox="1"/>
            <p:nvPr/>
          </p:nvSpPr>
          <p:spPr>
            <a:xfrm>
              <a:off x="78507" y="20321"/>
              <a:ext cx="1996141" cy="370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Nunito"/>
                  <a:ea typeface="Nunito"/>
                  <a:cs typeface="Nunito"/>
                  <a:sym typeface="Nunito"/>
                </a:defRPr>
              </a:lvl1pPr>
            </a:lstStyle>
            <a:p>
              <a:r>
                <a:t>North America</a:t>
              </a:r>
            </a:p>
          </p:txBody>
        </p:sp>
      </p:grpSp>
      <p:grpSp>
        <p:nvGrpSpPr>
          <p:cNvPr id="466" name="Rounded Rectangle 20"/>
          <p:cNvGrpSpPr/>
          <p:nvPr/>
        </p:nvGrpSpPr>
        <p:grpSpPr>
          <a:xfrm>
            <a:off x="6855119" y="4595242"/>
            <a:ext cx="1777395" cy="411484"/>
            <a:chOff x="0" y="0"/>
            <a:chExt cx="1777394" cy="411483"/>
          </a:xfrm>
        </p:grpSpPr>
        <p:sp>
          <p:nvSpPr>
            <p:cNvPr id="464" name="Rounded Rectangle"/>
            <p:cNvSpPr/>
            <p:nvPr/>
          </p:nvSpPr>
          <p:spPr>
            <a:xfrm>
              <a:off x="0" y="0"/>
              <a:ext cx="1777394" cy="411483"/>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65" name="Asia"/>
            <p:cNvSpPr txBox="1"/>
            <p:nvPr/>
          </p:nvSpPr>
          <p:spPr>
            <a:xfrm>
              <a:off x="78507" y="20321"/>
              <a:ext cx="1620380" cy="370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Nunito"/>
                  <a:ea typeface="Nunito"/>
                  <a:cs typeface="Nunito"/>
                  <a:sym typeface="Nunito"/>
                </a:defRPr>
              </a:lvl1pPr>
            </a:lstStyle>
            <a:p>
              <a:r>
                <a:t>Asia</a:t>
              </a:r>
            </a:p>
          </p:txBody>
        </p:sp>
      </p:grpSp>
      <p:grpSp>
        <p:nvGrpSpPr>
          <p:cNvPr id="469" name="Rounded Rectangle 21"/>
          <p:cNvGrpSpPr/>
          <p:nvPr/>
        </p:nvGrpSpPr>
        <p:grpSpPr>
          <a:xfrm>
            <a:off x="8725546" y="4602918"/>
            <a:ext cx="1530741" cy="411484"/>
            <a:chOff x="0" y="0"/>
            <a:chExt cx="1530740" cy="411483"/>
          </a:xfrm>
        </p:grpSpPr>
        <p:sp>
          <p:nvSpPr>
            <p:cNvPr id="467" name="Rounded Rectangle"/>
            <p:cNvSpPr/>
            <p:nvPr/>
          </p:nvSpPr>
          <p:spPr>
            <a:xfrm>
              <a:off x="0" y="0"/>
              <a:ext cx="1530740" cy="411483"/>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68" name="Europe"/>
            <p:cNvSpPr txBox="1"/>
            <p:nvPr/>
          </p:nvSpPr>
          <p:spPr>
            <a:xfrm>
              <a:off x="78506" y="20321"/>
              <a:ext cx="1373727" cy="370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latin typeface="Nunito"/>
                  <a:ea typeface="Nunito"/>
                  <a:cs typeface="Nunito"/>
                  <a:sym typeface="Nunito"/>
                </a:defRPr>
              </a:lvl1pPr>
            </a:lstStyle>
            <a:p>
              <a:r>
                <a:t>Europe</a:t>
              </a:r>
            </a:p>
          </p:txBody>
        </p:sp>
      </p:grpSp>
      <p:sp>
        <p:nvSpPr>
          <p:cNvPr id="470" name="TextBox 22"/>
          <p:cNvSpPr txBox="1"/>
          <p:nvPr/>
        </p:nvSpPr>
        <p:spPr>
          <a:xfrm>
            <a:off x="7826997" y="1858742"/>
            <a:ext cx="1748460" cy="1310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000" b="1">
                <a:solidFill>
                  <a:srgbClr val="2F3666"/>
                </a:solidFill>
                <a:latin typeface="Nunito"/>
                <a:ea typeface="Nunito"/>
                <a:cs typeface="Nunito"/>
                <a:sym typeface="Nunito"/>
              </a:defRPr>
            </a:pPr>
            <a:r>
              <a:t>Supply Chain </a:t>
            </a:r>
          </a:p>
          <a:p>
            <a:pPr>
              <a:defRPr sz="2000" b="1">
                <a:solidFill>
                  <a:srgbClr val="2F3666"/>
                </a:solidFill>
                <a:latin typeface="Nunito"/>
                <a:ea typeface="Nunito"/>
                <a:cs typeface="Nunito"/>
                <a:sym typeface="Nunito"/>
              </a:defRPr>
            </a:pPr>
            <a:r>
              <a:t>Optimization </a:t>
            </a:r>
          </a:p>
          <a:p>
            <a:pPr>
              <a:defRPr sz="2000" b="1">
                <a:solidFill>
                  <a:srgbClr val="2F3666"/>
                </a:solidFill>
                <a:latin typeface="Nunito"/>
                <a:ea typeface="Nunito"/>
                <a:cs typeface="Nunito"/>
                <a:sym typeface="Nunito"/>
              </a:defRPr>
            </a:pPr>
            <a:r>
              <a:t>Strategy Course</a:t>
            </a:r>
          </a:p>
        </p:txBody>
      </p:sp>
      <p:pic>
        <p:nvPicPr>
          <p:cNvPr id="471" name="Picture 24" descr="Picture 24"/>
          <p:cNvPicPr>
            <a:picLocks noChangeAspect="1"/>
          </p:cNvPicPr>
          <p:nvPr/>
        </p:nvPicPr>
        <p:blipFill>
          <a:blip r:embed="rId3"/>
          <a:stretch>
            <a:fillRect/>
          </a:stretch>
        </p:blipFill>
        <p:spPr>
          <a:xfrm>
            <a:off x="8371249" y="2195623"/>
            <a:ext cx="1839905" cy="1839905"/>
          </a:xfrm>
          <a:prstGeom prst="rect">
            <a:avLst/>
          </a:prstGeom>
          <a:ln w="12700">
            <a:miter lim="400000"/>
          </a:ln>
        </p:spPr>
      </p:pic>
      <p:grpSp>
        <p:nvGrpSpPr>
          <p:cNvPr id="474" name="Rounded Rectangle 25"/>
          <p:cNvGrpSpPr/>
          <p:nvPr/>
        </p:nvGrpSpPr>
        <p:grpSpPr>
          <a:xfrm>
            <a:off x="7774044" y="1128613"/>
            <a:ext cx="2482242" cy="459741"/>
            <a:chOff x="0" y="0"/>
            <a:chExt cx="2482240" cy="459740"/>
          </a:xfrm>
        </p:grpSpPr>
        <p:sp>
          <p:nvSpPr>
            <p:cNvPr id="472" name="Rounded Rectangle"/>
            <p:cNvSpPr/>
            <p:nvPr/>
          </p:nvSpPr>
          <p:spPr>
            <a:xfrm>
              <a:off x="0" y="16344"/>
              <a:ext cx="2482240" cy="427052"/>
            </a:xfrm>
            <a:prstGeom prst="roundRect">
              <a:avLst>
                <a:gd name="adj" fmla="val 16667"/>
              </a:avLst>
            </a:prstGeom>
            <a:solidFill>
              <a:srgbClr val="2E3666"/>
            </a:solidFill>
            <a:ln w="25400" cap="flat">
              <a:solidFill>
                <a:srgbClr val="1D433B"/>
              </a:solidFill>
              <a:prstDash val="solid"/>
              <a:round/>
            </a:ln>
            <a:effectLst/>
          </p:spPr>
          <p:txBody>
            <a:bodyPr wrap="square" lIns="45719" tIns="45719" rIns="45719" bIns="45719" numCol="1" anchor="ctr">
              <a:noAutofit/>
            </a:bodyPr>
            <a:lstStyle/>
            <a:p>
              <a:pPr algn="ctr">
                <a:defRPr>
                  <a:solidFill>
                    <a:srgbClr val="263147"/>
                  </a:solidFill>
                </a:defRPr>
              </a:pPr>
              <a:endParaRPr/>
            </a:p>
          </p:txBody>
        </p:sp>
        <p:sp>
          <p:nvSpPr>
            <p:cNvPr id="473" name="Performance"/>
            <p:cNvSpPr txBox="1"/>
            <p:nvPr/>
          </p:nvSpPr>
          <p:spPr>
            <a:xfrm>
              <a:off x="79267" y="0"/>
              <a:ext cx="2323707" cy="45974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2400">
                  <a:latin typeface="Nunito"/>
                  <a:ea typeface="Nunito"/>
                  <a:cs typeface="Nunito"/>
                  <a:sym typeface="Nunito"/>
                </a:defRPr>
              </a:lvl1pPr>
            </a:lstStyle>
            <a:p>
              <a:r>
                <a:t>Performance </a:t>
              </a:r>
            </a:p>
          </p:txBody>
        </p:sp>
      </p:grpSp>
      <p:sp>
        <p:nvSpPr>
          <p:cNvPr id="475" name="TextBox 26"/>
          <p:cNvSpPr txBox="1"/>
          <p:nvPr/>
        </p:nvSpPr>
        <p:spPr>
          <a:xfrm>
            <a:off x="7663291" y="3918486"/>
            <a:ext cx="2537305"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200">
                <a:solidFill>
                  <a:srgbClr val="2F3666"/>
                </a:solidFill>
                <a:latin typeface="Nunito"/>
                <a:ea typeface="Nunito"/>
                <a:cs typeface="Nunito"/>
                <a:sym typeface="Nunito"/>
              </a:defRPr>
            </a:pPr>
            <a:r>
              <a:t>has the highest improvement score</a:t>
            </a:r>
            <a:r>
              <a:rPr sz="1800"/>
              <a:t>   </a:t>
            </a:r>
          </a:p>
        </p:txBody>
      </p:sp>
      <p:sp>
        <p:nvSpPr>
          <p:cNvPr id="476" name="TextBox 28"/>
          <p:cNvSpPr txBox="1"/>
          <p:nvPr/>
        </p:nvSpPr>
        <p:spPr>
          <a:xfrm>
            <a:off x="2960528" y="5068174"/>
            <a:ext cx="1242581" cy="4370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01D201"/>
                </a:solidFill>
              </a:defRPr>
            </a:lvl1pPr>
          </a:lstStyle>
          <a:p>
            <a:r>
              <a:t>Medellin</a:t>
            </a:r>
          </a:p>
        </p:txBody>
      </p:sp>
      <p:sp>
        <p:nvSpPr>
          <p:cNvPr id="477" name="TextBox 29"/>
          <p:cNvSpPr txBox="1"/>
          <p:nvPr/>
        </p:nvSpPr>
        <p:spPr>
          <a:xfrm>
            <a:off x="3054326" y="5565001"/>
            <a:ext cx="1054985"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solidFill>
                  <a:srgbClr val="263147"/>
                </a:solidFill>
                <a:latin typeface="Nunito"/>
                <a:ea typeface="Nunito"/>
                <a:cs typeface="Nunito"/>
                <a:sym typeface="Nunito"/>
              </a:defRPr>
            </a:lvl1pPr>
          </a:lstStyle>
          <a:p>
            <a:r>
              <a:t>62.9%</a:t>
            </a:r>
          </a:p>
        </p:txBody>
      </p:sp>
      <p:sp>
        <p:nvSpPr>
          <p:cNvPr id="478" name="TextBox 30"/>
          <p:cNvSpPr txBox="1"/>
          <p:nvPr/>
        </p:nvSpPr>
        <p:spPr>
          <a:xfrm>
            <a:off x="4641610" y="5074086"/>
            <a:ext cx="2052301" cy="4370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400">
                <a:solidFill>
                  <a:srgbClr val="01D201"/>
                </a:solidFill>
              </a:defRPr>
            </a:lvl1pPr>
          </a:lstStyle>
          <a:p>
            <a:r>
              <a:t>San Francisco</a:t>
            </a:r>
          </a:p>
        </p:txBody>
      </p:sp>
      <p:sp>
        <p:nvSpPr>
          <p:cNvPr id="479" name="TextBox 31"/>
          <p:cNvSpPr txBox="1"/>
          <p:nvPr/>
        </p:nvSpPr>
        <p:spPr>
          <a:xfrm>
            <a:off x="5123531" y="5565001"/>
            <a:ext cx="1301370"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solidFill>
                  <a:srgbClr val="263147"/>
                </a:solidFill>
                <a:latin typeface="Nunito"/>
                <a:ea typeface="Nunito"/>
                <a:cs typeface="Nunito"/>
                <a:sym typeface="Nunito"/>
              </a:defRPr>
            </a:lvl1pPr>
          </a:lstStyle>
          <a:p>
            <a:r>
              <a:t>53.4%</a:t>
            </a:r>
          </a:p>
        </p:txBody>
      </p:sp>
      <p:sp>
        <p:nvSpPr>
          <p:cNvPr id="480" name="TextBox 32"/>
          <p:cNvSpPr txBox="1"/>
          <p:nvPr/>
        </p:nvSpPr>
        <p:spPr>
          <a:xfrm>
            <a:off x="7148083" y="5565001"/>
            <a:ext cx="1301370"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solidFill>
                  <a:srgbClr val="263147"/>
                </a:solidFill>
                <a:latin typeface="Nunito"/>
                <a:ea typeface="Nunito"/>
                <a:cs typeface="Nunito"/>
                <a:sym typeface="Nunito"/>
              </a:defRPr>
            </a:lvl1pPr>
          </a:lstStyle>
          <a:p>
            <a:r>
              <a:t>42.8%</a:t>
            </a:r>
          </a:p>
        </p:txBody>
      </p:sp>
      <p:sp>
        <p:nvSpPr>
          <p:cNvPr id="481" name="TextBox 33"/>
          <p:cNvSpPr txBox="1"/>
          <p:nvPr/>
        </p:nvSpPr>
        <p:spPr>
          <a:xfrm>
            <a:off x="6900839" y="5068174"/>
            <a:ext cx="1629331" cy="4370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400">
                <a:solidFill>
                  <a:srgbClr val="01D201"/>
                </a:solidFill>
              </a:defRPr>
            </a:lvl1pPr>
          </a:lstStyle>
          <a:p>
            <a:r>
              <a:t>Hong Kong</a:t>
            </a:r>
          </a:p>
        </p:txBody>
      </p:sp>
      <p:sp>
        <p:nvSpPr>
          <p:cNvPr id="482" name="TextBox 34"/>
          <p:cNvSpPr txBox="1"/>
          <p:nvPr/>
        </p:nvSpPr>
        <p:spPr>
          <a:xfrm>
            <a:off x="8953429" y="5565001"/>
            <a:ext cx="1301370"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solidFill>
                  <a:srgbClr val="263147"/>
                </a:solidFill>
                <a:latin typeface="Nunito"/>
                <a:ea typeface="Nunito"/>
                <a:cs typeface="Nunito"/>
                <a:sym typeface="Nunito"/>
              </a:defRPr>
            </a:lvl1pPr>
          </a:lstStyle>
          <a:p>
            <a:r>
              <a:t>40.9%</a:t>
            </a:r>
          </a:p>
        </p:txBody>
      </p:sp>
      <p:sp>
        <p:nvSpPr>
          <p:cNvPr id="483" name="TextBox 35"/>
          <p:cNvSpPr txBox="1"/>
          <p:nvPr/>
        </p:nvSpPr>
        <p:spPr>
          <a:xfrm>
            <a:off x="9010129" y="5103337"/>
            <a:ext cx="1047711" cy="4370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400">
                <a:solidFill>
                  <a:srgbClr val="01D201"/>
                </a:solidFill>
              </a:defRPr>
            </a:lvl1pPr>
          </a:lstStyle>
          <a:p>
            <a:r>
              <a:t>Vienna</a:t>
            </a:r>
          </a:p>
        </p:txBody>
      </p:sp>
      <p:sp>
        <p:nvSpPr>
          <p:cNvPr id="485" name="Google Shape;343;p31"/>
          <p:cNvSpPr txBox="1">
            <a:spLocks noGrp="1"/>
          </p:cNvSpPr>
          <p:nvPr>
            <p:ph type="title"/>
          </p:nvPr>
        </p:nvSpPr>
        <p:spPr>
          <a:xfrm>
            <a:off x="663128" y="169616"/>
            <a:ext cx="10568873" cy="763601"/>
          </a:xfrm>
          <a:prstGeom prst="rect">
            <a:avLst/>
          </a:prstGeom>
        </p:spPr>
        <p:txBody>
          <a:bodyPr lIns="121899" tIns="121899" rIns="121899" bIns="121899" anchor="ctr"/>
          <a:lstStyle>
            <a:lvl1pPr>
              <a:defRPr sz="2400" b="1">
                <a:solidFill>
                  <a:srgbClr val="2F3666"/>
                </a:solidFill>
                <a:latin typeface="Nunito"/>
                <a:ea typeface="Nunito"/>
                <a:cs typeface="Nunito"/>
                <a:sym typeface="Nunito"/>
              </a:defRPr>
            </a:lvl1pPr>
          </a:lstStyle>
          <a:p>
            <a:r>
              <a:t>Overview</a:t>
            </a:r>
          </a:p>
        </p:txBody>
      </p:sp>
      <p:grpSp>
        <p:nvGrpSpPr>
          <p:cNvPr id="488" name="Google Shape;347;p31"/>
          <p:cNvGrpSpPr/>
          <p:nvPr/>
        </p:nvGrpSpPr>
        <p:grpSpPr>
          <a:xfrm>
            <a:off x="78415" y="257016"/>
            <a:ext cx="589201" cy="588801"/>
            <a:chOff x="0" y="0"/>
            <a:chExt cx="589199" cy="588799"/>
          </a:xfrm>
        </p:grpSpPr>
        <p:sp>
          <p:nvSpPr>
            <p:cNvPr id="486"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487"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pic>
        <p:nvPicPr>
          <p:cNvPr id="489" name="Picture 4" descr="Picture 4"/>
          <p:cNvPicPr>
            <a:picLocks noChangeAspect="1"/>
          </p:cNvPicPr>
          <p:nvPr/>
        </p:nvPicPr>
        <p:blipFill>
          <a:blip r:embed="rId4"/>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493" name="Pentagon 8"/>
          <p:cNvGrpSpPr/>
          <p:nvPr/>
        </p:nvGrpSpPr>
        <p:grpSpPr>
          <a:xfrm>
            <a:off x="9600233" y="6421169"/>
            <a:ext cx="2997686" cy="436827"/>
            <a:chOff x="-1" y="-1"/>
            <a:chExt cx="2997685" cy="436826"/>
          </a:xfrm>
        </p:grpSpPr>
        <p:sp>
          <p:nvSpPr>
            <p:cNvPr id="491"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92"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496" name="Pentagon 6"/>
          <p:cNvGrpSpPr/>
          <p:nvPr/>
        </p:nvGrpSpPr>
        <p:grpSpPr>
          <a:xfrm>
            <a:off x="6806716" y="6421174"/>
            <a:ext cx="2997686" cy="436827"/>
            <a:chOff x="-1" y="-1"/>
            <a:chExt cx="2997685" cy="436826"/>
          </a:xfrm>
        </p:grpSpPr>
        <p:sp>
          <p:nvSpPr>
            <p:cNvPr id="494"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95"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499" name="Pentagon 5"/>
          <p:cNvGrpSpPr/>
          <p:nvPr/>
        </p:nvGrpSpPr>
        <p:grpSpPr>
          <a:xfrm>
            <a:off x="3860798" y="6421171"/>
            <a:ext cx="3166537" cy="436827"/>
            <a:chOff x="-1" y="-1"/>
            <a:chExt cx="3166535" cy="436826"/>
          </a:xfrm>
        </p:grpSpPr>
        <p:sp>
          <p:nvSpPr>
            <p:cNvPr id="497"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498"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Participation Analysis</a:t>
              </a:r>
            </a:p>
          </p:txBody>
        </p:sp>
      </p:grpSp>
      <p:grpSp>
        <p:nvGrpSpPr>
          <p:cNvPr id="502" name="Pentagon 4"/>
          <p:cNvGrpSpPr/>
          <p:nvPr/>
        </p:nvGrpSpPr>
        <p:grpSpPr>
          <a:xfrm>
            <a:off x="1913465" y="6421172"/>
            <a:ext cx="2201336" cy="436827"/>
            <a:chOff x="-1" y="-1"/>
            <a:chExt cx="2201335" cy="436826"/>
          </a:xfrm>
        </p:grpSpPr>
        <p:sp>
          <p:nvSpPr>
            <p:cNvPr id="500"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01"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505" name="Pentagon 2"/>
          <p:cNvGrpSpPr/>
          <p:nvPr/>
        </p:nvGrpSpPr>
        <p:grpSpPr>
          <a:xfrm>
            <a:off x="-2" y="6421172"/>
            <a:ext cx="2201337" cy="436827"/>
            <a:chOff x="-1" y="-1"/>
            <a:chExt cx="2201335" cy="436826"/>
          </a:xfrm>
        </p:grpSpPr>
        <p:sp>
          <p:nvSpPr>
            <p:cNvPr id="503"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04"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sp>
        <p:nvSpPr>
          <p:cNvPr id="506" name="TextBox 12"/>
          <p:cNvSpPr txBox="1"/>
          <p:nvPr/>
        </p:nvSpPr>
        <p:spPr>
          <a:xfrm>
            <a:off x="6773212" y="2703007"/>
            <a:ext cx="5242076" cy="20621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50" indent="-285750">
              <a:buSzPct val="100000"/>
              <a:buFont typeface="Arial"/>
              <a:buChar char="•"/>
              <a:defRPr sz="1600" b="1">
                <a:solidFill>
                  <a:srgbClr val="263147"/>
                </a:solidFill>
                <a:latin typeface="Nunito"/>
                <a:ea typeface="Nunito"/>
                <a:cs typeface="Nunito"/>
                <a:sym typeface="Nunito"/>
              </a:defRPr>
            </a:pPr>
            <a:r>
              <a:t>Latin America has the highest training participation rate of </a:t>
            </a:r>
            <a:r>
              <a:rPr>
                <a:solidFill>
                  <a:srgbClr val="627BAB"/>
                </a:solidFill>
              </a:rPr>
              <a:t>53.7%</a:t>
            </a:r>
            <a:r>
              <a:rPr b="0">
                <a:solidFill>
                  <a:srgbClr val="627BAB"/>
                </a:solidFill>
              </a:rPr>
              <a:t>.</a:t>
            </a:r>
          </a:p>
          <a:p>
            <a:pPr marL="285750" indent="-285750">
              <a:buSzPct val="100000"/>
              <a:buFont typeface="Arial"/>
              <a:buChar char="•"/>
              <a:defRPr sz="1600" b="1">
                <a:solidFill>
                  <a:srgbClr val="263147"/>
                </a:solidFill>
                <a:latin typeface="Nunito"/>
                <a:ea typeface="Nunito"/>
                <a:cs typeface="Nunito"/>
                <a:sym typeface="Nunito"/>
              </a:defRPr>
            </a:pPr>
            <a:endParaRPr b="0">
              <a:solidFill>
                <a:srgbClr val="627BAB"/>
              </a:solidFill>
            </a:endParaRPr>
          </a:p>
          <a:p>
            <a:pPr marL="285750" indent="-285750">
              <a:buSzPct val="100000"/>
              <a:buFont typeface="Arial"/>
              <a:buChar char="•"/>
              <a:defRPr sz="1600" b="1">
                <a:solidFill>
                  <a:srgbClr val="263147"/>
                </a:solidFill>
                <a:latin typeface="Nunito"/>
                <a:ea typeface="Nunito"/>
                <a:cs typeface="Nunito"/>
                <a:sym typeface="Nunito"/>
              </a:defRPr>
            </a:pPr>
            <a:r>
              <a:rPr b="0"/>
              <a:t>The </a:t>
            </a:r>
            <a:r>
              <a:t>remaining regions </a:t>
            </a:r>
            <a:r>
              <a:rPr b="0"/>
              <a:t>have a participation rates of </a:t>
            </a:r>
            <a:r>
              <a:t>around </a:t>
            </a:r>
            <a:r>
              <a:rPr>
                <a:solidFill>
                  <a:srgbClr val="627BAB"/>
                </a:solidFill>
              </a:rPr>
              <a:t>39-37%</a:t>
            </a:r>
            <a:r>
              <a:rPr b="0">
                <a:solidFill>
                  <a:srgbClr val="627BAB"/>
                </a:solidFill>
              </a:rPr>
              <a:t>.</a:t>
            </a:r>
          </a:p>
          <a:p>
            <a:pPr marL="285750" indent="-285750">
              <a:buSzPct val="100000"/>
              <a:buFont typeface="Arial"/>
              <a:buChar char="•"/>
              <a:defRPr sz="1600" b="1">
                <a:solidFill>
                  <a:srgbClr val="263147"/>
                </a:solidFill>
                <a:latin typeface="Nunito"/>
                <a:ea typeface="Nunito"/>
                <a:cs typeface="Nunito"/>
                <a:sym typeface="Nunito"/>
              </a:defRPr>
            </a:pPr>
            <a:endParaRPr b="0">
              <a:solidFill>
                <a:srgbClr val="627BAB"/>
              </a:solidFill>
            </a:endParaRPr>
          </a:p>
          <a:p>
            <a:pPr marL="285750" indent="-285750">
              <a:buSzPct val="100000"/>
              <a:buFont typeface="Arial"/>
              <a:buChar char="•"/>
              <a:defRPr sz="1600" b="1">
                <a:solidFill>
                  <a:srgbClr val="263147"/>
                </a:solidFill>
                <a:latin typeface="Nunito"/>
                <a:ea typeface="Nunito"/>
                <a:cs typeface="Nunito"/>
                <a:sym typeface="Nunito"/>
              </a:defRPr>
            </a:pPr>
            <a:r>
              <a:rPr b="0"/>
              <a:t>This suggests that </a:t>
            </a:r>
            <a:r>
              <a:t>Latin America can be used as a best practice model across the organi</a:t>
            </a:r>
            <a:r>
              <a:rPr lang="en-US"/>
              <a:t>z</a:t>
            </a:r>
            <a:r>
              <a:t>ation.</a:t>
            </a:r>
          </a:p>
        </p:txBody>
      </p:sp>
      <p:pic>
        <p:nvPicPr>
          <p:cNvPr id="507" name="Picture 16" descr="Picture 16"/>
          <p:cNvPicPr>
            <a:picLocks noChangeAspect="1"/>
          </p:cNvPicPr>
          <p:nvPr/>
        </p:nvPicPr>
        <p:blipFill>
          <a:blip r:embed="rId3"/>
          <a:stretch>
            <a:fillRect/>
          </a:stretch>
        </p:blipFill>
        <p:spPr>
          <a:xfrm>
            <a:off x="271117" y="1225099"/>
            <a:ext cx="6387394" cy="4407802"/>
          </a:xfrm>
          <a:prstGeom prst="rect">
            <a:avLst/>
          </a:prstGeom>
          <a:ln w="12700">
            <a:miter lim="400000"/>
          </a:ln>
        </p:spPr>
      </p:pic>
      <p:sp>
        <p:nvSpPr>
          <p:cNvPr id="508" name="TextBox 7"/>
          <p:cNvSpPr txBox="1"/>
          <p:nvPr/>
        </p:nvSpPr>
        <p:spPr>
          <a:xfrm>
            <a:off x="2312879" y="5612160"/>
            <a:ext cx="2588761" cy="269241"/>
          </a:xfrm>
          <a:prstGeom prst="rect">
            <a:avLst/>
          </a:prstGeom>
          <a:solidFill>
            <a:schemeClr val="accent2">
              <a:lumOff val="44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63147"/>
                </a:solidFill>
                <a:latin typeface="Nunito"/>
                <a:ea typeface="Nunito"/>
                <a:cs typeface="Nunito"/>
                <a:sym typeface="Nunito"/>
              </a:defRPr>
            </a:lvl1pPr>
          </a:lstStyle>
          <a:p>
            <a:r>
              <a:t>% participation rate per region</a:t>
            </a:r>
          </a:p>
        </p:txBody>
      </p:sp>
      <p:grpSp>
        <p:nvGrpSpPr>
          <p:cNvPr id="511" name="Google Shape;347;p31"/>
          <p:cNvGrpSpPr/>
          <p:nvPr/>
        </p:nvGrpSpPr>
        <p:grpSpPr>
          <a:xfrm>
            <a:off x="78415" y="257016"/>
            <a:ext cx="589201" cy="588801"/>
            <a:chOff x="0" y="0"/>
            <a:chExt cx="589199" cy="588799"/>
          </a:xfrm>
        </p:grpSpPr>
        <p:sp>
          <p:nvSpPr>
            <p:cNvPr id="509"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510"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pic>
        <p:nvPicPr>
          <p:cNvPr id="512" name="Picture 4" descr="Picture 4"/>
          <p:cNvPicPr>
            <a:picLocks noChangeAspect="1"/>
          </p:cNvPicPr>
          <p:nvPr/>
        </p:nvPicPr>
        <p:blipFill>
          <a:blip r:embed="rId4"/>
          <a:stretch>
            <a:fillRect/>
          </a:stretch>
        </p:blipFill>
        <p:spPr>
          <a:xfrm>
            <a:off x="11184358" y="96146"/>
            <a:ext cx="1060376" cy="910540"/>
          </a:xfrm>
          <a:prstGeom prst="rect">
            <a:avLst/>
          </a:prstGeom>
          <a:ln w="12700">
            <a:miter lim="400000"/>
          </a:ln>
        </p:spPr>
      </p:pic>
      <p:sp>
        <p:nvSpPr>
          <p:cNvPr id="513" name="Google Shape;343;p31"/>
          <p:cNvSpPr txBox="1"/>
          <p:nvPr/>
        </p:nvSpPr>
        <p:spPr>
          <a:xfrm>
            <a:off x="663128" y="169616"/>
            <a:ext cx="10568873"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p>
            <a:pPr>
              <a:defRPr sz="2400" b="1">
                <a:solidFill>
                  <a:srgbClr val="2F3666"/>
                </a:solidFill>
                <a:latin typeface="Nunito"/>
                <a:ea typeface="Nunito"/>
                <a:cs typeface="Nunito"/>
                <a:sym typeface="Nunito"/>
              </a:defRPr>
            </a:pPr>
            <a:r>
              <a:t>Latin America leads highest enrolment with </a:t>
            </a:r>
            <a:r>
              <a:rPr>
                <a:solidFill>
                  <a:srgbClr val="01D201"/>
                </a:solidFill>
              </a:rPr>
              <a:t>53.7%</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519" name="Pentagon 8"/>
          <p:cNvGrpSpPr/>
          <p:nvPr/>
        </p:nvGrpSpPr>
        <p:grpSpPr>
          <a:xfrm>
            <a:off x="9600233" y="6421169"/>
            <a:ext cx="2997686" cy="436827"/>
            <a:chOff x="-1" y="-1"/>
            <a:chExt cx="2997685" cy="436826"/>
          </a:xfrm>
        </p:grpSpPr>
        <p:sp>
          <p:nvSpPr>
            <p:cNvPr id="517"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18"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522" name="Pentagon 6"/>
          <p:cNvGrpSpPr/>
          <p:nvPr/>
        </p:nvGrpSpPr>
        <p:grpSpPr>
          <a:xfrm>
            <a:off x="6806716" y="6421174"/>
            <a:ext cx="2997686" cy="436827"/>
            <a:chOff x="-1" y="-1"/>
            <a:chExt cx="2997685" cy="436826"/>
          </a:xfrm>
        </p:grpSpPr>
        <p:sp>
          <p:nvSpPr>
            <p:cNvPr id="520"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21"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525" name="Pentagon 5"/>
          <p:cNvGrpSpPr/>
          <p:nvPr/>
        </p:nvGrpSpPr>
        <p:grpSpPr>
          <a:xfrm>
            <a:off x="3860798" y="6421171"/>
            <a:ext cx="3166537" cy="436827"/>
            <a:chOff x="-1" y="-1"/>
            <a:chExt cx="3166535" cy="436826"/>
          </a:xfrm>
        </p:grpSpPr>
        <p:sp>
          <p:nvSpPr>
            <p:cNvPr id="523"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24"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Participation Analysis</a:t>
              </a:r>
            </a:p>
          </p:txBody>
        </p:sp>
      </p:grpSp>
      <p:grpSp>
        <p:nvGrpSpPr>
          <p:cNvPr id="528" name="Pentagon 4"/>
          <p:cNvGrpSpPr/>
          <p:nvPr/>
        </p:nvGrpSpPr>
        <p:grpSpPr>
          <a:xfrm>
            <a:off x="1913465" y="6421172"/>
            <a:ext cx="2201336" cy="436827"/>
            <a:chOff x="-1" y="-1"/>
            <a:chExt cx="2201335" cy="436826"/>
          </a:xfrm>
        </p:grpSpPr>
        <p:sp>
          <p:nvSpPr>
            <p:cNvPr id="526"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27"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531" name="Pentagon 2"/>
          <p:cNvGrpSpPr/>
          <p:nvPr/>
        </p:nvGrpSpPr>
        <p:grpSpPr>
          <a:xfrm>
            <a:off x="-2" y="6421172"/>
            <a:ext cx="2201337" cy="436827"/>
            <a:chOff x="-1" y="-1"/>
            <a:chExt cx="2201335" cy="436826"/>
          </a:xfrm>
        </p:grpSpPr>
        <p:sp>
          <p:nvSpPr>
            <p:cNvPr id="529"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30"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pic>
        <p:nvPicPr>
          <p:cNvPr id="532" name="Picture 19" descr="Picture 19"/>
          <p:cNvPicPr>
            <a:picLocks noChangeAspect="1"/>
          </p:cNvPicPr>
          <p:nvPr/>
        </p:nvPicPr>
        <p:blipFill>
          <a:blip r:embed="rId2"/>
          <a:stretch>
            <a:fillRect/>
          </a:stretch>
        </p:blipFill>
        <p:spPr>
          <a:xfrm>
            <a:off x="707662" y="1130645"/>
            <a:ext cx="4884738" cy="2779608"/>
          </a:xfrm>
          <a:prstGeom prst="rect">
            <a:avLst/>
          </a:prstGeom>
          <a:ln w="12700">
            <a:miter lim="400000"/>
          </a:ln>
        </p:spPr>
      </p:pic>
      <p:sp>
        <p:nvSpPr>
          <p:cNvPr id="533" name="TextBox 3"/>
          <p:cNvSpPr txBox="1"/>
          <p:nvPr/>
        </p:nvSpPr>
        <p:spPr>
          <a:xfrm>
            <a:off x="422795" y="4719916"/>
            <a:ext cx="5182677" cy="1292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285750" indent="-285750">
              <a:lnSpc>
                <a:spcPts val="1500"/>
              </a:lnSpc>
              <a:buSzPct val="100000"/>
              <a:buFont typeface="Arial"/>
              <a:buChar char="•"/>
              <a:defRPr sz="1400">
                <a:solidFill>
                  <a:srgbClr val="263147"/>
                </a:solidFill>
                <a:latin typeface="Nunito"/>
                <a:ea typeface="Nunito"/>
                <a:cs typeface="Nunito"/>
                <a:sym typeface="Nunito"/>
              </a:defRPr>
            </a:pPr>
            <a:r>
              <a:rPr sz="1400"/>
              <a:t>Even the </a:t>
            </a:r>
            <a:r>
              <a:rPr sz="1400" b="1"/>
              <a:t>highest participation local offices </a:t>
            </a:r>
            <a:r>
              <a:rPr sz="1400"/>
              <a:t>in </a:t>
            </a:r>
            <a:r>
              <a:rPr sz="1400" b="1"/>
              <a:t>Asia and Europe </a:t>
            </a:r>
            <a:r>
              <a:rPr sz="1400"/>
              <a:t>have a </a:t>
            </a:r>
            <a:r>
              <a:rPr sz="1400" b="1"/>
              <a:t>participation level of less than </a:t>
            </a:r>
            <a:r>
              <a:rPr sz="1400" b="1">
                <a:solidFill>
                  <a:srgbClr val="627BAB"/>
                </a:solidFill>
              </a:rPr>
              <a:t>50% </a:t>
            </a:r>
            <a:r>
              <a:rPr sz="1400"/>
              <a:t>which suggests there is a </a:t>
            </a:r>
            <a:r>
              <a:rPr sz="1400" b="1"/>
              <a:t>discrepancy.</a:t>
            </a:r>
          </a:p>
          <a:p>
            <a:pPr>
              <a:lnSpc>
                <a:spcPts val="1500"/>
              </a:lnSpc>
              <a:defRPr sz="1400">
                <a:solidFill>
                  <a:srgbClr val="263147"/>
                </a:solidFill>
                <a:latin typeface="Nunito"/>
                <a:ea typeface="Nunito"/>
                <a:cs typeface="Nunito"/>
                <a:sym typeface="Nunito"/>
              </a:defRPr>
            </a:pPr>
            <a:endParaRPr sz="1400" b="1"/>
          </a:p>
          <a:p>
            <a:pPr marL="285750" indent="-285750">
              <a:buSzPct val="100000"/>
              <a:buFont typeface="Arial"/>
              <a:buChar char="•"/>
              <a:defRPr sz="1400">
                <a:solidFill>
                  <a:srgbClr val="263147"/>
                </a:solidFill>
                <a:latin typeface="Nunito"/>
                <a:ea typeface="Nunito"/>
                <a:cs typeface="Nunito"/>
                <a:sym typeface="Nunito"/>
              </a:defRPr>
            </a:pPr>
            <a:r>
              <a:rPr sz="1400"/>
              <a:t>A </a:t>
            </a:r>
            <a:r>
              <a:rPr sz="1400" b="1"/>
              <a:t>comprehensive assessment </a:t>
            </a:r>
            <a:r>
              <a:rPr sz="1400"/>
              <a:t>will help to identify </a:t>
            </a:r>
            <a:r>
              <a:rPr sz="1400" b="1"/>
              <a:t>areas of improvement</a:t>
            </a:r>
            <a:r>
              <a:rPr sz="1400"/>
              <a:t> specifically for these two regions.</a:t>
            </a:r>
          </a:p>
        </p:txBody>
      </p:sp>
      <p:sp>
        <p:nvSpPr>
          <p:cNvPr id="534" name="TextBox 9"/>
          <p:cNvSpPr txBox="1"/>
          <p:nvPr/>
        </p:nvSpPr>
        <p:spPr>
          <a:xfrm>
            <a:off x="6060338" y="4608276"/>
            <a:ext cx="5793843" cy="16004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50" indent="-285750">
              <a:buSzPct val="100000"/>
              <a:buFont typeface="Arial"/>
              <a:buChar char="•"/>
              <a:defRPr sz="1400" b="1">
                <a:solidFill>
                  <a:srgbClr val="627BAB"/>
                </a:solidFill>
                <a:latin typeface="Nunito"/>
                <a:ea typeface="Nunito"/>
                <a:cs typeface="Nunito"/>
                <a:sym typeface="Nunito"/>
              </a:defRPr>
            </a:pPr>
            <a:r>
              <a:rPr sz="1400"/>
              <a:t>8 out of 12 </a:t>
            </a:r>
            <a:r>
              <a:rPr sz="1400">
                <a:solidFill>
                  <a:srgbClr val="263147"/>
                </a:solidFill>
              </a:rPr>
              <a:t>Latin American </a:t>
            </a:r>
            <a:r>
              <a:rPr sz="1400" b="0">
                <a:solidFill>
                  <a:srgbClr val="263147"/>
                </a:solidFill>
              </a:rPr>
              <a:t>local offices </a:t>
            </a:r>
            <a:r>
              <a:rPr sz="1400">
                <a:solidFill>
                  <a:srgbClr val="263147"/>
                </a:solidFill>
              </a:rPr>
              <a:t>exceed 50% </a:t>
            </a:r>
            <a:r>
              <a:rPr sz="1400" b="0">
                <a:solidFill>
                  <a:srgbClr val="263147"/>
                </a:solidFill>
              </a:rPr>
              <a:t>engagement, indicating effective strategies in this region. This suggests that employees working in Latin America are more likely to enroll in the training course.</a:t>
            </a:r>
          </a:p>
          <a:p>
            <a:pPr>
              <a:defRPr sz="1400" b="1">
                <a:solidFill>
                  <a:srgbClr val="627BAB"/>
                </a:solidFill>
                <a:latin typeface="Nunito"/>
                <a:ea typeface="Nunito"/>
                <a:cs typeface="Nunito"/>
                <a:sym typeface="Nunito"/>
              </a:defRPr>
            </a:pPr>
            <a:endParaRPr sz="1400" b="0">
              <a:solidFill>
                <a:srgbClr val="263147"/>
              </a:solidFill>
            </a:endParaRPr>
          </a:p>
          <a:p>
            <a:pPr marL="285750" indent="-285750">
              <a:buSzPct val="100000"/>
              <a:buFont typeface="Arial"/>
              <a:buChar char="•"/>
              <a:defRPr sz="1400">
                <a:solidFill>
                  <a:srgbClr val="263147"/>
                </a:solidFill>
                <a:latin typeface="Nunito"/>
                <a:ea typeface="Nunito"/>
                <a:cs typeface="Nunito"/>
                <a:sym typeface="Nunito"/>
              </a:defRPr>
            </a:pPr>
            <a:r>
              <a:rPr sz="1400"/>
              <a:t>Only the </a:t>
            </a:r>
            <a:r>
              <a:rPr sz="1400" b="1"/>
              <a:t>San Francisco office from North America</a:t>
            </a:r>
            <a:r>
              <a:rPr sz="1400"/>
              <a:t> </a:t>
            </a:r>
            <a:r>
              <a:rPr sz="1400" b="1"/>
              <a:t>exceeds the 50% </a:t>
            </a:r>
            <a:r>
              <a:rPr sz="1400"/>
              <a:t>threshold.</a:t>
            </a:r>
          </a:p>
        </p:txBody>
      </p:sp>
      <p:pic>
        <p:nvPicPr>
          <p:cNvPr id="535" name="Picture 13" descr="Picture 13"/>
          <p:cNvPicPr>
            <a:picLocks noChangeAspect="1"/>
          </p:cNvPicPr>
          <p:nvPr/>
        </p:nvPicPr>
        <p:blipFill>
          <a:blip r:embed="rId3"/>
          <a:srcRect b="11445"/>
          <a:stretch>
            <a:fillRect/>
          </a:stretch>
        </p:blipFill>
        <p:spPr>
          <a:xfrm>
            <a:off x="6188264" y="1011853"/>
            <a:ext cx="4884664" cy="2985019"/>
          </a:xfrm>
          <a:prstGeom prst="rect">
            <a:avLst/>
          </a:prstGeom>
          <a:ln w="12700">
            <a:miter lim="400000"/>
          </a:ln>
        </p:spPr>
      </p:pic>
      <p:sp>
        <p:nvSpPr>
          <p:cNvPr id="536" name="TextBox 7"/>
          <p:cNvSpPr txBox="1"/>
          <p:nvPr/>
        </p:nvSpPr>
        <p:spPr>
          <a:xfrm>
            <a:off x="6214533" y="4042083"/>
            <a:ext cx="4884544" cy="269241"/>
          </a:xfrm>
          <a:prstGeom prst="rect">
            <a:avLst/>
          </a:prstGeom>
          <a:solidFill>
            <a:schemeClr val="accent2">
              <a:lumOff val="44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200">
                <a:solidFill>
                  <a:srgbClr val="263147"/>
                </a:solidFill>
                <a:latin typeface="Nunito"/>
                <a:ea typeface="Nunito"/>
                <a:cs typeface="Nunito"/>
                <a:sym typeface="Nunito"/>
              </a:defRPr>
            </a:lvl1pPr>
          </a:lstStyle>
          <a:p>
            <a:r>
              <a:t>More than 50 % participation rate in local offices across regions</a:t>
            </a:r>
          </a:p>
        </p:txBody>
      </p:sp>
      <p:sp>
        <p:nvSpPr>
          <p:cNvPr id="537" name="TextBox 10"/>
          <p:cNvSpPr txBox="1"/>
          <p:nvPr/>
        </p:nvSpPr>
        <p:spPr>
          <a:xfrm>
            <a:off x="1168400" y="4042083"/>
            <a:ext cx="4025900" cy="269241"/>
          </a:xfrm>
          <a:prstGeom prst="rect">
            <a:avLst/>
          </a:prstGeom>
          <a:solidFill>
            <a:schemeClr val="accent2">
              <a:lumOff val="44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200">
                <a:solidFill>
                  <a:srgbClr val="263147"/>
                </a:solidFill>
                <a:latin typeface="Nunito"/>
                <a:ea typeface="Nunito"/>
                <a:cs typeface="Nunito"/>
                <a:sym typeface="Nunito"/>
              </a:defRPr>
            </a:lvl1pPr>
          </a:lstStyle>
          <a:p>
            <a:r>
              <a:t>Highest % participation rate per local office per region</a:t>
            </a:r>
          </a:p>
        </p:txBody>
      </p:sp>
      <p:grpSp>
        <p:nvGrpSpPr>
          <p:cNvPr id="540" name="Google Shape;347;p31"/>
          <p:cNvGrpSpPr/>
          <p:nvPr/>
        </p:nvGrpSpPr>
        <p:grpSpPr>
          <a:xfrm>
            <a:off x="78415" y="257016"/>
            <a:ext cx="589201" cy="588801"/>
            <a:chOff x="0" y="0"/>
            <a:chExt cx="589199" cy="588799"/>
          </a:xfrm>
        </p:grpSpPr>
        <p:sp>
          <p:nvSpPr>
            <p:cNvPr id="538"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539"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sp>
        <p:nvSpPr>
          <p:cNvPr id="541" name="Google Shape;343;p31"/>
          <p:cNvSpPr txBox="1"/>
          <p:nvPr/>
        </p:nvSpPr>
        <p:spPr>
          <a:xfrm>
            <a:off x="663128" y="169616"/>
            <a:ext cx="10568873"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p>
            <a:pPr>
              <a:defRPr sz="2400" b="1">
                <a:solidFill>
                  <a:srgbClr val="2F3666"/>
                </a:solidFill>
                <a:latin typeface="Nunito"/>
                <a:ea typeface="Nunito"/>
                <a:cs typeface="Nunito"/>
                <a:sym typeface="Nunito"/>
              </a:defRPr>
            </a:pPr>
            <a:r>
              <a:rPr dirty="0">
                <a:solidFill>
                  <a:srgbClr val="01D201"/>
                </a:solidFill>
              </a:rPr>
              <a:t>Medellin Local Office</a:t>
            </a:r>
            <a:r>
              <a:rPr dirty="0">
                <a:solidFill>
                  <a:srgbClr val="131823"/>
                </a:solidFill>
              </a:rPr>
              <a:t> has </a:t>
            </a:r>
            <a:r>
              <a:rPr lang="en-US" dirty="0">
                <a:solidFill>
                  <a:srgbClr val="131823"/>
                </a:solidFill>
              </a:rPr>
              <a:t>h</a:t>
            </a:r>
            <a:r>
              <a:rPr dirty="0">
                <a:solidFill>
                  <a:srgbClr val="131823"/>
                </a:solidFill>
              </a:rPr>
              <a:t>ighest </a:t>
            </a:r>
            <a:r>
              <a:rPr lang="en-US" dirty="0">
                <a:solidFill>
                  <a:srgbClr val="131823"/>
                </a:solidFill>
              </a:rPr>
              <a:t>p</a:t>
            </a:r>
            <a:r>
              <a:rPr dirty="0">
                <a:solidFill>
                  <a:srgbClr val="131823"/>
                </a:solidFill>
              </a:rPr>
              <a:t>articipation </a:t>
            </a:r>
            <a:r>
              <a:rPr lang="en-US" dirty="0">
                <a:solidFill>
                  <a:srgbClr val="131823"/>
                </a:solidFill>
              </a:rPr>
              <a:t>r</a:t>
            </a:r>
            <a:r>
              <a:rPr dirty="0">
                <a:solidFill>
                  <a:srgbClr val="131823"/>
                </a:solidFill>
              </a:rPr>
              <a:t>ates </a:t>
            </a:r>
          </a:p>
        </p:txBody>
      </p:sp>
      <p:pic>
        <p:nvPicPr>
          <p:cNvPr id="542" name="Picture 4" descr="Picture 4"/>
          <p:cNvPicPr>
            <a:picLocks noChangeAspect="1"/>
          </p:cNvPicPr>
          <p:nvPr/>
        </p:nvPicPr>
        <p:blipFill>
          <a:blip r:embed="rId4"/>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546" name="Pentagon 8"/>
          <p:cNvGrpSpPr/>
          <p:nvPr/>
        </p:nvGrpSpPr>
        <p:grpSpPr>
          <a:xfrm>
            <a:off x="9600233" y="6421169"/>
            <a:ext cx="2997686" cy="436827"/>
            <a:chOff x="-1" y="-1"/>
            <a:chExt cx="2997685" cy="436826"/>
          </a:xfrm>
        </p:grpSpPr>
        <p:sp>
          <p:nvSpPr>
            <p:cNvPr id="544"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45"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549" name="Pentagon 6"/>
          <p:cNvGrpSpPr/>
          <p:nvPr/>
        </p:nvGrpSpPr>
        <p:grpSpPr>
          <a:xfrm>
            <a:off x="6806716" y="6421174"/>
            <a:ext cx="2997686" cy="436827"/>
            <a:chOff x="-1" y="-1"/>
            <a:chExt cx="2997685" cy="436826"/>
          </a:xfrm>
        </p:grpSpPr>
        <p:sp>
          <p:nvSpPr>
            <p:cNvPr id="547"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48"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552" name="Pentagon 5"/>
          <p:cNvGrpSpPr/>
          <p:nvPr/>
        </p:nvGrpSpPr>
        <p:grpSpPr>
          <a:xfrm>
            <a:off x="3860798" y="6421171"/>
            <a:ext cx="3166537" cy="436827"/>
            <a:chOff x="-1" y="-1"/>
            <a:chExt cx="3166535" cy="436826"/>
          </a:xfrm>
        </p:grpSpPr>
        <p:sp>
          <p:nvSpPr>
            <p:cNvPr id="550"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51"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Participation Analysis</a:t>
              </a:r>
            </a:p>
          </p:txBody>
        </p:sp>
      </p:grpSp>
      <p:grpSp>
        <p:nvGrpSpPr>
          <p:cNvPr id="555" name="Pentagon 4"/>
          <p:cNvGrpSpPr/>
          <p:nvPr/>
        </p:nvGrpSpPr>
        <p:grpSpPr>
          <a:xfrm>
            <a:off x="1913465" y="6421172"/>
            <a:ext cx="2201336" cy="436827"/>
            <a:chOff x="-1" y="-1"/>
            <a:chExt cx="2201335" cy="436826"/>
          </a:xfrm>
        </p:grpSpPr>
        <p:sp>
          <p:nvSpPr>
            <p:cNvPr id="553"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54"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558" name="Pentagon 2"/>
          <p:cNvGrpSpPr/>
          <p:nvPr/>
        </p:nvGrpSpPr>
        <p:grpSpPr>
          <a:xfrm>
            <a:off x="-2" y="6421172"/>
            <a:ext cx="2201337" cy="436827"/>
            <a:chOff x="-1" y="-1"/>
            <a:chExt cx="2201335" cy="436826"/>
          </a:xfrm>
        </p:grpSpPr>
        <p:sp>
          <p:nvSpPr>
            <p:cNvPr id="556"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57"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pic>
        <p:nvPicPr>
          <p:cNvPr id="559" name="Picture 15" descr="Picture 15"/>
          <p:cNvPicPr>
            <a:picLocks noChangeAspect="1"/>
          </p:cNvPicPr>
          <p:nvPr/>
        </p:nvPicPr>
        <p:blipFill>
          <a:blip r:embed="rId2"/>
          <a:stretch>
            <a:fillRect/>
          </a:stretch>
        </p:blipFill>
        <p:spPr>
          <a:xfrm>
            <a:off x="378576" y="1330837"/>
            <a:ext cx="6259294" cy="3288285"/>
          </a:xfrm>
          <a:prstGeom prst="rect">
            <a:avLst/>
          </a:prstGeom>
          <a:ln w="12700">
            <a:miter lim="400000"/>
          </a:ln>
        </p:spPr>
      </p:pic>
      <p:sp>
        <p:nvSpPr>
          <p:cNvPr id="560" name="TextBox 10"/>
          <p:cNvSpPr txBox="1"/>
          <p:nvPr/>
        </p:nvSpPr>
        <p:spPr>
          <a:xfrm>
            <a:off x="7028203" y="1073149"/>
            <a:ext cx="4979322" cy="47117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nSpc>
                <a:spcPct val="120000"/>
              </a:lnSpc>
              <a:defRPr sz="1400">
                <a:solidFill>
                  <a:srgbClr val="000000"/>
                </a:solidFill>
                <a:latin typeface="Nunito"/>
                <a:ea typeface="Nunito"/>
                <a:cs typeface="Nunito"/>
                <a:sym typeface="Nunito"/>
              </a:defRPr>
            </a:pPr>
            <a:endParaRPr/>
          </a:p>
          <a:p>
            <a:pPr marL="285750" indent="-285750">
              <a:lnSpc>
                <a:spcPct val="120000"/>
              </a:lnSpc>
              <a:buSzPct val="100000"/>
              <a:buFont typeface="Arial"/>
              <a:buChar char="•"/>
              <a:defRPr sz="1400" b="1">
                <a:solidFill>
                  <a:srgbClr val="000000"/>
                </a:solidFill>
                <a:latin typeface="Nunito"/>
                <a:ea typeface="Nunito"/>
                <a:cs typeface="Nunito"/>
                <a:sym typeface="Nunito"/>
              </a:defRPr>
            </a:pPr>
            <a:r>
              <a:t>Course 101’s popularity </a:t>
            </a:r>
            <a:r>
              <a:rPr b="0"/>
              <a:t>suggests it is </a:t>
            </a:r>
            <a:r>
              <a:t>highly relevant or essential </a:t>
            </a:r>
            <a:r>
              <a:rPr b="0"/>
              <a:t>to a broad range of employees.</a:t>
            </a:r>
          </a:p>
          <a:p>
            <a:pPr marL="285750" indent="-285750">
              <a:lnSpc>
                <a:spcPct val="120000"/>
              </a:lnSpc>
              <a:buSzPct val="100000"/>
              <a:buFont typeface="Arial"/>
              <a:buChar char="•"/>
              <a:defRPr sz="1400" b="1">
                <a:solidFill>
                  <a:srgbClr val="000000"/>
                </a:solidFill>
                <a:latin typeface="Nunito"/>
                <a:ea typeface="Nunito"/>
                <a:cs typeface="Nunito"/>
                <a:sym typeface="Nunito"/>
              </a:defRPr>
            </a:pPr>
            <a:endParaRPr b="0"/>
          </a:p>
          <a:p>
            <a:pPr marL="285750" indent="-285750">
              <a:lnSpc>
                <a:spcPct val="120000"/>
              </a:lnSpc>
              <a:buSzPct val="100000"/>
              <a:buFont typeface="Arial"/>
              <a:buChar char="•"/>
              <a:defRPr sz="1400" b="1">
                <a:solidFill>
                  <a:srgbClr val="000000"/>
                </a:solidFill>
                <a:latin typeface="Nunito"/>
                <a:ea typeface="Nunito"/>
                <a:cs typeface="Nunito"/>
                <a:sym typeface="Nunito"/>
              </a:defRPr>
            </a:pPr>
            <a:r>
              <a:rPr b="0"/>
              <a:t>However, the fact that a </a:t>
            </a:r>
            <a:r>
              <a:t>single course </a:t>
            </a:r>
            <a:r>
              <a:rPr b="0"/>
              <a:t>commands the </a:t>
            </a:r>
            <a:r>
              <a:t>majority of participation</a:t>
            </a:r>
            <a:r>
              <a:rPr b="0"/>
              <a:t>,  indicates a lack of diversity in course engagement. Course 104 is for those who have taken Course 101 and want to learn more about it, and this is the reason why they have the higher enrollment rates.</a:t>
            </a:r>
          </a:p>
          <a:p>
            <a:pPr marL="285750" indent="-285750">
              <a:lnSpc>
                <a:spcPct val="120000"/>
              </a:lnSpc>
              <a:buSzPct val="100000"/>
              <a:buFont typeface="Arial"/>
              <a:buChar char="•"/>
              <a:defRPr sz="1400">
                <a:solidFill>
                  <a:srgbClr val="000000"/>
                </a:solidFill>
                <a:latin typeface="Nunito"/>
                <a:ea typeface="Nunito"/>
                <a:cs typeface="Nunito"/>
                <a:sym typeface="Nunito"/>
              </a:defRPr>
            </a:pPr>
            <a:endParaRPr b="0"/>
          </a:p>
          <a:p>
            <a:pPr marL="285750" indent="-285750">
              <a:lnSpc>
                <a:spcPct val="120000"/>
              </a:lnSpc>
              <a:buSzPct val="100000"/>
              <a:buFont typeface="Arial"/>
              <a:buChar char="•"/>
              <a:defRPr sz="1400" b="1">
                <a:solidFill>
                  <a:srgbClr val="000000"/>
                </a:solidFill>
                <a:latin typeface="Nunito"/>
                <a:ea typeface="Nunito"/>
                <a:cs typeface="Nunito"/>
                <a:sym typeface="Nunito"/>
              </a:defRPr>
            </a:pPr>
            <a:r>
              <a:t>Cybersecurity</a:t>
            </a:r>
            <a:r>
              <a:rPr b="0"/>
              <a:t>, while critical, </a:t>
            </a:r>
            <a:r>
              <a:t>might not be viewed as a core competency</a:t>
            </a:r>
            <a:r>
              <a:rPr b="0"/>
              <a:t> for most employees in logistics or supply chain roles. </a:t>
            </a:r>
          </a:p>
          <a:p>
            <a:pPr marL="285750" indent="-285750">
              <a:lnSpc>
                <a:spcPct val="120000"/>
              </a:lnSpc>
              <a:buSzPct val="100000"/>
              <a:buFont typeface="Arial"/>
              <a:buChar char="•"/>
              <a:defRPr sz="1400" b="1">
                <a:solidFill>
                  <a:srgbClr val="000000"/>
                </a:solidFill>
                <a:latin typeface="Nunito"/>
                <a:ea typeface="Nunito"/>
                <a:cs typeface="Nunito"/>
                <a:sym typeface="Nunito"/>
              </a:defRPr>
            </a:pPr>
            <a:endParaRPr b="0"/>
          </a:p>
          <a:p>
            <a:pPr marL="285750" indent="-285750">
              <a:lnSpc>
                <a:spcPct val="120000"/>
              </a:lnSpc>
              <a:buSzPct val="100000"/>
              <a:buFont typeface="Arial"/>
              <a:buChar char="•"/>
              <a:defRPr sz="1400" b="1">
                <a:solidFill>
                  <a:srgbClr val="000000"/>
                </a:solidFill>
                <a:latin typeface="Nunito"/>
                <a:ea typeface="Nunito"/>
                <a:cs typeface="Nunito"/>
                <a:sym typeface="Nunito"/>
              </a:defRPr>
            </a:pPr>
            <a:r>
              <a:rPr b="1"/>
              <a:t>Cybersecurity</a:t>
            </a:r>
            <a:r>
              <a:rPr b="0"/>
              <a:t> is more related with IT department hence the employees from the other departments might feel less interested. </a:t>
            </a:r>
          </a:p>
        </p:txBody>
      </p:sp>
      <p:sp>
        <p:nvSpPr>
          <p:cNvPr id="561" name="TextBox 11"/>
          <p:cNvSpPr txBox="1"/>
          <p:nvPr/>
        </p:nvSpPr>
        <p:spPr>
          <a:xfrm>
            <a:off x="2351403" y="4670447"/>
            <a:ext cx="2588761" cy="269241"/>
          </a:xfrm>
          <a:prstGeom prst="rect">
            <a:avLst/>
          </a:prstGeom>
          <a:solidFill>
            <a:schemeClr val="accent2">
              <a:lumOff val="44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63147"/>
                </a:solidFill>
                <a:latin typeface="Nunito"/>
                <a:ea typeface="Nunito"/>
                <a:cs typeface="Nunito"/>
                <a:sym typeface="Nunito"/>
              </a:defRPr>
            </a:lvl1pPr>
          </a:lstStyle>
          <a:p>
            <a:r>
              <a:t>% participation rate per course</a:t>
            </a:r>
          </a:p>
        </p:txBody>
      </p:sp>
      <p:sp>
        <p:nvSpPr>
          <p:cNvPr id="562" name="TextBox 7"/>
          <p:cNvSpPr txBox="1"/>
          <p:nvPr/>
        </p:nvSpPr>
        <p:spPr>
          <a:xfrm>
            <a:off x="396835" y="5104143"/>
            <a:ext cx="6796445" cy="1107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300" b="1">
                <a:solidFill>
                  <a:srgbClr val="000000"/>
                </a:solidFill>
                <a:latin typeface="Nunito"/>
                <a:ea typeface="Nunito"/>
                <a:cs typeface="Nunito"/>
                <a:sym typeface="Nunito"/>
              </a:defRPr>
            </a:pPr>
            <a:r>
              <a:t>Logistics Software Essentials (Course 101) and Advanced Transportation Management System (Course 104) </a:t>
            </a:r>
            <a:r>
              <a:rPr b="0"/>
              <a:t>are the two most participated courses, whereas </a:t>
            </a:r>
            <a:r>
              <a:t>Cybersecurity in Supply Chain Management (Course 992)</a:t>
            </a:r>
            <a:r>
              <a:rPr b="0"/>
              <a:t> has the least number of people enrolling.</a:t>
            </a:r>
          </a:p>
        </p:txBody>
      </p:sp>
      <p:grpSp>
        <p:nvGrpSpPr>
          <p:cNvPr id="565" name="Google Shape;347;p31"/>
          <p:cNvGrpSpPr/>
          <p:nvPr/>
        </p:nvGrpSpPr>
        <p:grpSpPr>
          <a:xfrm>
            <a:off x="78415" y="257016"/>
            <a:ext cx="589201" cy="588801"/>
            <a:chOff x="0" y="0"/>
            <a:chExt cx="589199" cy="588799"/>
          </a:xfrm>
        </p:grpSpPr>
        <p:sp>
          <p:nvSpPr>
            <p:cNvPr id="563"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564"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sp>
        <p:nvSpPr>
          <p:cNvPr id="566" name="Google Shape;343;p31"/>
          <p:cNvSpPr txBox="1"/>
          <p:nvPr/>
        </p:nvSpPr>
        <p:spPr>
          <a:xfrm>
            <a:off x="663128" y="169616"/>
            <a:ext cx="10568873"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Autofit/>
          </a:bodyPr>
          <a:lstStyle/>
          <a:p>
            <a:pPr defTabSz="521208">
              <a:defRPr sz="1368" b="1">
                <a:solidFill>
                  <a:srgbClr val="2F3666"/>
                </a:solidFill>
                <a:latin typeface="Nunito"/>
                <a:ea typeface="Nunito"/>
                <a:cs typeface="Nunito"/>
                <a:sym typeface="Nunito"/>
              </a:defRPr>
            </a:pPr>
            <a:r>
              <a:rPr sz="2400">
                <a:solidFill>
                  <a:srgbClr val="01D201"/>
                </a:solidFill>
              </a:rPr>
              <a:t>Logistics Software Essentials </a:t>
            </a:r>
            <a:r>
              <a:rPr sz="2400">
                <a:solidFill>
                  <a:srgbClr val="263147"/>
                </a:solidFill>
              </a:rPr>
              <a:t>is the most demanded course with 3663 Enrollments </a:t>
            </a:r>
          </a:p>
        </p:txBody>
      </p:sp>
      <p:pic>
        <p:nvPicPr>
          <p:cNvPr id="567" name="Picture 4" descr="Picture 4"/>
          <p:cNvPicPr>
            <a:picLocks noChangeAspect="1"/>
          </p:cNvPicPr>
          <p:nvPr/>
        </p:nvPicPr>
        <p:blipFill>
          <a:blip r:embed="rId3"/>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571" name="Pentagon 8"/>
          <p:cNvGrpSpPr/>
          <p:nvPr/>
        </p:nvGrpSpPr>
        <p:grpSpPr>
          <a:xfrm>
            <a:off x="9600233" y="6421169"/>
            <a:ext cx="2997686" cy="436827"/>
            <a:chOff x="-1" y="-1"/>
            <a:chExt cx="2997685" cy="436826"/>
          </a:xfrm>
        </p:grpSpPr>
        <p:sp>
          <p:nvSpPr>
            <p:cNvPr id="569"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70"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574" name="Pentagon 6"/>
          <p:cNvGrpSpPr/>
          <p:nvPr/>
        </p:nvGrpSpPr>
        <p:grpSpPr>
          <a:xfrm>
            <a:off x="6806716" y="6421174"/>
            <a:ext cx="2997686" cy="436827"/>
            <a:chOff x="-1" y="-1"/>
            <a:chExt cx="2997685" cy="436826"/>
          </a:xfrm>
        </p:grpSpPr>
        <p:sp>
          <p:nvSpPr>
            <p:cNvPr id="572"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73"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Performance Analysis</a:t>
              </a:r>
            </a:p>
          </p:txBody>
        </p:sp>
      </p:grpSp>
      <p:grpSp>
        <p:nvGrpSpPr>
          <p:cNvPr id="577" name="Pentagon 5"/>
          <p:cNvGrpSpPr/>
          <p:nvPr/>
        </p:nvGrpSpPr>
        <p:grpSpPr>
          <a:xfrm>
            <a:off x="3860798" y="6421171"/>
            <a:ext cx="3166537" cy="436827"/>
            <a:chOff x="-1" y="-1"/>
            <a:chExt cx="3166535" cy="436826"/>
          </a:xfrm>
        </p:grpSpPr>
        <p:sp>
          <p:nvSpPr>
            <p:cNvPr id="575"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76"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Participation Analysis</a:t>
              </a:r>
            </a:p>
          </p:txBody>
        </p:sp>
      </p:grpSp>
      <p:grpSp>
        <p:nvGrpSpPr>
          <p:cNvPr id="580" name="Pentagon 4"/>
          <p:cNvGrpSpPr/>
          <p:nvPr/>
        </p:nvGrpSpPr>
        <p:grpSpPr>
          <a:xfrm>
            <a:off x="1913465" y="6421172"/>
            <a:ext cx="2201336" cy="436827"/>
            <a:chOff x="-1" y="-1"/>
            <a:chExt cx="2201335" cy="436826"/>
          </a:xfrm>
        </p:grpSpPr>
        <p:sp>
          <p:nvSpPr>
            <p:cNvPr id="578"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79"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583" name="Pentagon 2"/>
          <p:cNvGrpSpPr/>
          <p:nvPr/>
        </p:nvGrpSpPr>
        <p:grpSpPr>
          <a:xfrm>
            <a:off x="-2" y="6421172"/>
            <a:ext cx="2201337" cy="436827"/>
            <a:chOff x="-1" y="-1"/>
            <a:chExt cx="2201335" cy="436826"/>
          </a:xfrm>
        </p:grpSpPr>
        <p:sp>
          <p:nvSpPr>
            <p:cNvPr id="581"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82"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sp>
        <p:nvSpPr>
          <p:cNvPr id="584" name="TextBox 9"/>
          <p:cNvSpPr txBox="1"/>
          <p:nvPr/>
        </p:nvSpPr>
        <p:spPr>
          <a:xfrm>
            <a:off x="511166" y="4367180"/>
            <a:ext cx="11169668" cy="16004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50" indent="-285750">
              <a:buSzPct val="100000"/>
              <a:buFont typeface="Arial" panose="020B0604020202020204" pitchFamily="34" charset="0"/>
              <a:buChar char="•"/>
              <a:defRPr>
                <a:solidFill>
                  <a:srgbClr val="263147"/>
                </a:solidFill>
              </a:defRPr>
            </a:pPr>
            <a:r>
              <a:rPr sz="1400">
                <a:latin typeface="Nunito" pitchFamily="2" charset="77"/>
              </a:rPr>
              <a:t>Course </a:t>
            </a:r>
            <a:r>
              <a:rPr sz="1400" b="1">
                <a:latin typeface="Nunito" pitchFamily="2" charset="77"/>
              </a:rPr>
              <a:t>Supply Chain Optimization Strategy</a:t>
            </a:r>
            <a:r>
              <a:rPr sz="1400">
                <a:latin typeface="Nunito" pitchFamily="2" charset="77"/>
              </a:rPr>
              <a:t> stands out significantly, showing the highest improvement in both application scores (</a:t>
            </a:r>
            <a:r>
              <a:rPr sz="1400" b="1">
                <a:latin typeface="Nunito" pitchFamily="2" charset="77"/>
              </a:rPr>
              <a:t>389.8%</a:t>
            </a:r>
            <a:r>
              <a:rPr sz="1400">
                <a:latin typeface="Nunito" pitchFamily="2" charset="77"/>
              </a:rPr>
              <a:t>) and proficiency scores (</a:t>
            </a:r>
            <a:r>
              <a:rPr sz="1400" b="1">
                <a:latin typeface="Nunito" pitchFamily="2" charset="77"/>
              </a:rPr>
              <a:t>355.6%</a:t>
            </a:r>
            <a:r>
              <a:rPr sz="1400">
                <a:latin typeface="Nunito" pitchFamily="2" charset="77"/>
              </a:rPr>
              <a:t>) which indicates that the content of the course helps the employees to improve their skills and competencies. </a:t>
            </a:r>
          </a:p>
          <a:p>
            <a:pPr>
              <a:buSzPct val="100000"/>
              <a:buFont typeface="Arial"/>
              <a:buChar char="•"/>
              <a:defRPr sz="1500">
                <a:solidFill>
                  <a:srgbClr val="263147"/>
                </a:solidFill>
              </a:defRPr>
            </a:pPr>
            <a:endParaRPr sz="1400">
              <a:latin typeface="Nunito" pitchFamily="2" charset="77"/>
            </a:endParaRPr>
          </a:p>
          <a:p>
            <a:pPr marL="285750" indent="-285750">
              <a:buSzPct val="100000"/>
              <a:buFont typeface="Arial" panose="020B0604020202020204" pitchFamily="34" charset="0"/>
              <a:buChar char="•"/>
              <a:defRPr sz="1500">
                <a:solidFill>
                  <a:srgbClr val="263147"/>
                </a:solidFill>
              </a:defRPr>
            </a:pPr>
            <a:r>
              <a:rPr sz="1400">
                <a:latin typeface="Nunito" pitchFamily="2" charset="77"/>
              </a:rPr>
              <a:t>Courses </a:t>
            </a:r>
            <a:r>
              <a:rPr sz="1400" b="1">
                <a:latin typeface="Nunito" pitchFamily="2" charset="77"/>
              </a:rPr>
              <a:t>Logistics Software Essentials</a:t>
            </a:r>
            <a:r>
              <a:rPr sz="1400">
                <a:latin typeface="Nunito" pitchFamily="2" charset="77"/>
              </a:rPr>
              <a:t>, </a:t>
            </a:r>
            <a:r>
              <a:rPr sz="1400" b="1">
                <a:latin typeface="Nunito" pitchFamily="2" charset="77"/>
              </a:rPr>
              <a:t>Intro to NERP</a:t>
            </a:r>
            <a:r>
              <a:rPr sz="1400">
                <a:latin typeface="Nunito" pitchFamily="2" charset="77"/>
              </a:rPr>
              <a:t>, and </a:t>
            </a:r>
            <a:r>
              <a:rPr sz="1400" b="1">
                <a:latin typeface="Nunito" pitchFamily="2" charset="77"/>
              </a:rPr>
              <a:t>Intro to NERP - Virtual </a:t>
            </a:r>
            <a:r>
              <a:rPr sz="1400">
                <a:latin typeface="Nunito" pitchFamily="2" charset="77"/>
              </a:rPr>
              <a:t>exhibit the lowest improvements in both application and proficiency scores, which indicates that the content of the course needs to be changed as it does not contribute much in the improvement of the skills of the employees. </a:t>
            </a:r>
          </a:p>
        </p:txBody>
      </p:sp>
      <p:pic>
        <p:nvPicPr>
          <p:cNvPr id="585" name="Picture 13" descr="Picture 13"/>
          <p:cNvPicPr>
            <a:picLocks noChangeAspect="1"/>
          </p:cNvPicPr>
          <p:nvPr/>
        </p:nvPicPr>
        <p:blipFill>
          <a:blip r:embed="rId2"/>
          <a:stretch>
            <a:fillRect/>
          </a:stretch>
        </p:blipFill>
        <p:spPr>
          <a:xfrm>
            <a:off x="1117241" y="1102995"/>
            <a:ext cx="4826362" cy="2977494"/>
          </a:xfrm>
          <a:prstGeom prst="rect">
            <a:avLst/>
          </a:prstGeom>
          <a:ln w="12700">
            <a:miter lim="400000"/>
          </a:ln>
        </p:spPr>
      </p:pic>
      <p:pic>
        <p:nvPicPr>
          <p:cNvPr id="586" name="Picture 15" descr="Picture 15"/>
          <p:cNvPicPr>
            <a:picLocks noChangeAspect="1"/>
          </p:cNvPicPr>
          <p:nvPr/>
        </p:nvPicPr>
        <p:blipFill>
          <a:blip r:embed="rId3"/>
          <a:stretch>
            <a:fillRect/>
          </a:stretch>
        </p:blipFill>
        <p:spPr>
          <a:xfrm>
            <a:off x="6096000" y="1099545"/>
            <a:ext cx="4817283" cy="2980944"/>
          </a:xfrm>
          <a:prstGeom prst="rect">
            <a:avLst/>
          </a:prstGeom>
          <a:ln w="12700">
            <a:miter lim="400000"/>
          </a:ln>
        </p:spPr>
      </p:pic>
      <p:grpSp>
        <p:nvGrpSpPr>
          <p:cNvPr id="589" name="Google Shape;347;p31"/>
          <p:cNvGrpSpPr/>
          <p:nvPr/>
        </p:nvGrpSpPr>
        <p:grpSpPr>
          <a:xfrm>
            <a:off x="78415" y="257016"/>
            <a:ext cx="589201" cy="588801"/>
            <a:chOff x="0" y="0"/>
            <a:chExt cx="589199" cy="588799"/>
          </a:xfrm>
        </p:grpSpPr>
        <p:sp>
          <p:nvSpPr>
            <p:cNvPr id="587"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588"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sp>
        <p:nvSpPr>
          <p:cNvPr id="590" name="Google Shape;343;p31"/>
          <p:cNvSpPr txBox="1"/>
          <p:nvPr/>
        </p:nvSpPr>
        <p:spPr>
          <a:xfrm>
            <a:off x="663128" y="169616"/>
            <a:ext cx="10568873"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Autofit/>
          </a:bodyPr>
          <a:lstStyle>
            <a:lvl1pPr defTabSz="667512">
              <a:defRPr sz="1752" b="1">
                <a:solidFill>
                  <a:srgbClr val="2F3666"/>
                </a:solidFill>
                <a:latin typeface="Nunito"/>
                <a:ea typeface="Nunito"/>
                <a:cs typeface="Nunito"/>
                <a:sym typeface="Nunito"/>
              </a:defRPr>
            </a:lvl1pPr>
          </a:lstStyle>
          <a:p>
            <a:r>
              <a:rPr sz="2400">
                <a:solidFill>
                  <a:srgbClr val="01D201"/>
                </a:solidFill>
              </a:rPr>
              <a:t>Supply Chain Optimi</a:t>
            </a:r>
            <a:r>
              <a:rPr lang="en-US" sz="2400">
                <a:solidFill>
                  <a:srgbClr val="01D201"/>
                </a:solidFill>
              </a:rPr>
              <a:t>z</a:t>
            </a:r>
            <a:r>
              <a:rPr sz="2400">
                <a:solidFill>
                  <a:srgbClr val="01D201"/>
                </a:solidFill>
              </a:rPr>
              <a:t>ation Strategy </a:t>
            </a:r>
            <a:r>
              <a:rPr sz="2400"/>
              <a:t>course has the highest score improvement rate of over 350%</a:t>
            </a:r>
          </a:p>
        </p:txBody>
      </p:sp>
      <p:pic>
        <p:nvPicPr>
          <p:cNvPr id="591" name="Picture 4" descr="Picture 4"/>
          <p:cNvPicPr>
            <a:picLocks noChangeAspect="1"/>
          </p:cNvPicPr>
          <p:nvPr/>
        </p:nvPicPr>
        <p:blipFill>
          <a:blip r:embed="rId4"/>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595" name="Pentagon 8"/>
          <p:cNvGrpSpPr/>
          <p:nvPr/>
        </p:nvGrpSpPr>
        <p:grpSpPr>
          <a:xfrm>
            <a:off x="9600233" y="6421169"/>
            <a:ext cx="2997686" cy="436827"/>
            <a:chOff x="-1" y="-1"/>
            <a:chExt cx="2997685" cy="436826"/>
          </a:xfrm>
        </p:grpSpPr>
        <p:sp>
          <p:nvSpPr>
            <p:cNvPr id="593"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94"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598" name="Pentagon 6"/>
          <p:cNvGrpSpPr/>
          <p:nvPr/>
        </p:nvGrpSpPr>
        <p:grpSpPr>
          <a:xfrm>
            <a:off x="6806716" y="6421174"/>
            <a:ext cx="2997686" cy="436827"/>
            <a:chOff x="-1" y="-1"/>
            <a:chExt cx="2997685" cy="436826"/>
          </a:xfrm>
        </p:grpSpPr>
        <p:sp>
          <p:nvSpPr>
            <p:cNvPr id="596"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597"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defRPr>
                  <a:solidFill>
                    <a:srgbClr val="263147"/>
                  </a:solidFill>
                </a:defRPr>
              </a:lvl1pPr>
            </a:lstStyle>
            <a:p>
              <a:r>
                <a:t>Performance Analysis</a:t>
              </a:r>
            </a:p>
          </p:txBody>
        </p:sp>
      </p:grpSp>
      <p:grpSp>
        <p:nvGrpSpPr>
          <p:cNvPr id="601" name="Pentagon 5"/>
          <p:cNvGrpSpPr/>
          <p:nvPr/>
        </p:nvGrpSpPr>
        <p:grpSpPr>
          <a:xfrm>
            <a:off x="3860798" y="6421171"/>
            <a:ext cx="3166537" cy="436827"/>
            <a:chOff x="-1" y="-1"/>
            <a:chExt cx="3166535" cy="436826"/>
          </a:xfrm>
        </p:grpSpPr>
        <p:sp>
          <p:nvSpPr>
            <p:cNvPr id="599"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00"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Participation Analysis</a:t>
              </a:r>
            </a:p>
          </p:txBody>
        </p:sp>
      </p:grpSp>
      <p:grpSp>
        <p:nvGrpSpPr>
          <p:cNvPr id="604" name="Pentagon 4"/>
          <p:cNvGrpSpPr/>
          <p:nvPr/>
        </p:nvGrpSpPr>
        <p:grpSpPr>
          <a:xfrm>
            <a:off x="1913465" y="6421172"/>
            <a:ext cx="2201336" cy="436827"/>
            <a:chOff x="-1" y="-1"/>
            <a:chExt cx="2201335" cy="436826"/>
          </a:xfrm>
        </p:grpSpPr>
        <p:sp>
          <p:nvSpPr>
            <p:cNvPr id="602"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03"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607" name="Pentagon 2"/>
          <p:cNvGrpSpPr/>
          <p:nvPr/>
        </p:nvGrpSpPr>
        <p:grpSpPr>
          <a:xfrm>
            <a:off x="-2" y="6421172"/>
            <a:ext cx="2201337" cy="436827"/>
            <a:chOff x="-1" y="-1"/>
            <a:chExt cx="2201335" cy="436826"/>
          </a:xfrm>
        </p:grpSpPr>
        <p:sp>
          <p:nvSpPr>
            <p:cNvPr id="605"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06"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sp>
        <p:nvSpPr>
          <p:cNvPr id="608" name="TextBox 9"/>
          <p:cNvSpPr txBox="1"/>
          <p:nvPr/>
        </p:nvSpPr>
        <p:spPr>
          <a:xfrm>
            <a:off x="7129595" y="1439379"/>
            <a:ext cx="4755870" cy="40164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285750" indent="-285750">
              <a:buSzPct val="100000"/>
              <a:buFont typeface="Arial" panose="020B0604020202020204" pitchFamily="34" charset="0"/>
              <a:buChar char="•"/>
              <a:defRPr sz="1500" b="1">
                <a:solidFill>
                  <a:srgbClr val="263147"/>
                </a:solidFill>
              </a:defRPr>
            </a:pPr>
            <a:r>
              <a:rPr>
                <a:latin typeface="Nunito" pitchFamily="2" charset="77"/>
              </a:rPr>
              <a:t>San Francisco </a:t>
            </a:r>
            <a:r>
              <a:rPr b="0">
                <a:latin typeface="Nunito" pitchFamily="2" charset="77"/>
              </a:rPr>
              <a:t>stands out as anomaly with remarkable high engagement level and notable progress, indicating a strong environment of constant learning and development</a:t>
            </a:r>
            <a:r>
              <a:rPr b="0">
                <a:solidFill>
                  <a:schemeClr val="accent2">
                    <a:lumOff val="44000"/>
                  </a:schemeClr>
                </a:solidFill>
                <a:latin typeface="Nunito" pitchFamily="2" charset="77"/>
              </a:rPr>
              <a:t>​</a:t>
            </a:r>
          </a:p>
          <a:p>
            <a:pPr>
              <a:buSzPct val="100000"/>
              <a:buFont typeface="Arial"/>
              <a:buChar char="•"/>
              <a:defRPr sz="1500"/>
            </a:pPr>
            <a:endParaRPr b="0">
              <a:solidFill>
                <a:schemeClr val="accent2">
                  <a:lumOff val="44000"/>
                </a:schemeClr>
              </a:solidFill>
              <a:latin typeface="Nunito" pitchFamily="2" charset="77"/>
            </a:endParaRPr>
          </a:p>
          <a:p>
            <a:pPr marL="285750" indent="-285750">
              <a:buSzPct val="100000"/>
              <a:buFont typeface="Arial" panose="020B0604020202020204" pitchFamily="34" charset="0"/>
              <a:buChar char="•"/>
              <a:defRPr sz="1500">
                <a:solidFill>
                  <a:srgbClr val="263147"/>
                </a:solidFill>
              </a:defRPr>
            </a:pPr>
            <a:r>
              <a:rPr>
                <a:latin typeface="Nunito" pitchFamily="2" charset="77"/>
              </a:rPr>
              <a:t>A </a:t>
            </a:r>
            <a:r>
              <a:rPr b="1">
                <a:latin typeface="Nunito" pitchFamily="2" charset="77"/>
              </a:rPr>
              <a:t>positive correlation </a:t>
            </a:r>
            <a:r>
              <a:rPr>
                <a:latin typeface="Nunito" pitchFamily="2" charset="77"/>
              </a:rPr>
              <a:t>between the rate of participation and enhancement in scores.</a:t>
            </a:r>
            <a:r>
              <a:rPr>
                <a:solidFill>
                  <a:schemeClr val="accent2">
                    <a:lumOff val="44000"/>
                  </a:schemeClr>
                </a:solidFill>
                <a:latin typeface="Nunito" pitchFamily="2" charset="77"/>
              </a:rPr>
              <a:t>​</a:t>
            </a:r>
          </a:p>
          <a:p>
            <a:pPr marL="285750" indent="-285750">
              <a:buFont typeface="Arial" panose="020B0604020202020204" pitchFamily="34" charset="0"/>
              <a:buChar char="•"/>
              <a:defRPr sz="1500">
                <a:solidFill>
                  <a:srgbClr val="263147"/>
                </a:solidFill>
              </a:defRPr>
            </a:pPr>
            <a:endParaRPr>
              <a:solidFill>
                <a:schemeClr val="accent2">
                  <a:lumOff val="44000"/>
                </a:schemeClr>
              </a:solidFill>
              <a:latin typeface="Nunito" pitchFamily="2" charset="77"/>
            </a:endParaRPr>
          </a:p>
          <a:p>
            <a:pPr marL="285750" indent="-285750">
              <a:buSzPct val="100000"/>
              <a:buFont typeface="Arial" panose="020B0604020202020204" pitchFamily="34" charset="0"/>
              <a:buChar char="•"/>
              <a:defRPr sz="1500">
                <a:solidFill>
                  <a:srgbClr val="263147"/>
                </a:solidFill>
              </a:defRPr>
            </a:pPr>
            <a:r>
              <a:rPr>
                <a:latin typeface="Nunito" pitchFamily="2" charset="77"/>
              </a:rPr>
              <a:t>However, there are exceptions that suggest </a:t>
            </a:r>
            <a:r>
              <a:rPr b="1">
                <a:latin typeface="Nunito" pitchFamily="2" charset="77"/>
              </a:rPr>
              <a:t>participation rate </a:t>
            </a:r>
            <a:r>
              <a:rPr>
                <a:latin typeface="Nunito" pitchFamily="2" charset="77"/>
              </a:rPr>
              <a:t>is </a:t>
            </a:r>
            <a:r>
              <a:rPr b="1">
                <a:latin typeface="Nunito" pitchFamily="2" charset="77"/>
              </a:rPr>
              <a:t>not the only factor </a:t>
            </a:r>
            <a:r>
              <a:rPr>
                <a:latin typeface="Nunito" pitchFamily="2" charset="77"/>
              </a:rPr>
              <a:t>influencing success.</a:t>
            </a:r>
            <a:r>
              <a:rPr>
                <a:solidFill>
                  <a:schemeClr val="accent2">
                    <a:lumOff val="44000"/>
                  </a:schemeClr>
                </a:solidFill>
                <a:latin typeface="Nunito" pitchFamily="2" charset="77"/>
              </a:rPr>
              <a:t>​</a:t>
            </a:r>
          </a:p>
          <a:p>
            <a:pPr>
              <a:buSzPct val="100000"/>
              <a:buFont typeface="Arial"/>
              <a:buChar char="•"/>
              <a:defRPr sz="1500"/>
            </a:pPr>
            <a:endParaRPr>
              <a:solidFill>
                <a:schemeClr val="accent2">
                  <a:lumOff val="44000"/>
                </a:schemeClr>
              </a:solidFill>
              <a:latin typeface="Nunito" pitchFamily="2" charset="77"/>
            </a:endParaRPr>
          </a:p>
          <a:p>
            <a:pPr marL="285750" indent="-285750">
              <a:buSzPct val="100000"/>
              <a:buFont typeface="Arial" panose="020B0604020202020204" pitchFamily="34" charset="0"/>
              <a:buChar char="•"/>
              <a:defRPr sz="1500" b="1">
                <a:solidFill>
                  <a:srgbClr val="263147"/>
                </a:solidFill>
              </a:defRPr>
            </a:pPr>
            <a:r>
              <a:rPr>
                <a:latin typeface="Nunito" pitchFamily="2" charset="77"/>
              </a:rPr>
              <a:t>Warsaw</a:t>
            </a:r>
            <a:r>
              <a:rPr b="0">
                <a:latin typeface="Nunito" pitchFamily="2" charset="77"/>
              </a:rPr>
              <a:t> and </a:t>
            </a:r>
            <a:r>
              <a:rPr>
                <a:latin typeface="Nunito" pitchFamily="2" charset="77"/>
              </a:rPr>
              <a:t>Los Angeles </a:t>
            </a:r>
            <a:r>
              <a:rPr b="0">
                <a:latin typeface="Nunito" pitchFamily="2" charset="77"/>
              </a:rPr>
              <a:t>have made progress despite lower participation levels</a:t>
            </a:r>
            <a:r>
              <a:rPr b="0">
                <a:solidFill>
                  <a:schemeClr val="accent2">
                    <a:lumOff val="44000"/>
                  </a:schemeClr>
                </a:solidFill>
                <a:latin typeface="Nunito" pitchFamily="2" charset="77"/>
              </a:rPr>
              <a:t>​</a:t>
            </a:r>
            <a:r>
              <a:rPr lang="en-US" b="0">
                <a:solidFill>
                  <a:schemeClr val="accent2">
                    <a:lumOff val="44000"/>
                  </a:schemeClr>
                </a:solidFill>
                <a:latin typeface="Nunito" pitchFamily="2" charset="77"/>
              </a:rPr>
              <a:t>\</a:t>
            </a:r>
          </a:p>
          <a:p>
            <a:pPr marL="285750" indent="-285750">
              <a:buSzPct val="100000"/>
              <a:buFont typeface="Arial" panose="020B0604020202020204" pitchFamily="34" charset="0"/>
              <a:buChar char="•"/>
              <a:defRPr sz="1500" b="1">
                <a:solidFill>
                  <a:srgbClr val="263147"/>
                </a:solidFill>
              </a:defRPr>
            </a:pPr>
            <a:endParaRPr b="0">
              <a:solidFill>
                <a:schemeClr val="accent2">
                  <a:lumOff val="44000"/>
                </a:schemeClr>
              </a:solidFill>
              <a:latin typeface="Nunito" pitchFamily="2" charset="77"/>
            </a:endParaRPr>
          </a:p>
          <a:p>
            <a:pPr marL="285750" indent="-285750">
              <a:buSzPct val="100000"/>
              <a:buFont typeface="Arial" panose="020B0604020202020204" pitchFamily="34" charset="0"/>
              <a:buChar char="•"/>
              <a:defRPr sz="1500">
                <a:solidFill>
                  <a:srgbClr val="263147"/>
                </a:solidFill>
              </a:defRPr>
            </a:pPr>
            <a:r>
              <a:rPr b="1">
                <a:latin typeface="Nunito" pitchFamily="2" charset="77"/>
              </a:rPr>
              <a:t>Lima</a:t>
            </a:r>
            <a:r>
              <a:rPr>
                <a:latin typeface="Nunito" pitchFamily="2" charset="77"/>
              </a:rPr>
              <a:t> and </a:t>
            </a:r>
            <a:r>
              <a:rPr b="1">
                <a:latin typeface="Nunito" pitchFamily="2" charset="77"/>
              </a:rPr>
              <a:t>Bogota</a:t>
            </a:r>
            <a:r>
              <a:rPr>
                <a:latin typeface="Nunito" pitchFamily="2" charset="77"/>
              </a:rPr>
              <a:t> exhibit high engagement but limited improvement</a:t>
            </a:r>
          </a:p>
        </p:txBody>
      </p:sp>
      <p:pic>
        <p:nvPicPr>
          <p:cNvPr id="609" name="Picture 14" descr="Picture 14"/>
          <p:cNvPicPr>
            <a:picLocks noChangeAspect="1"/>
          </p:cNvPicPr>
          <p:nvPr/>
        </p:nvPicPr>
        <p:blipFill>
          <a:blip r:embed="rId2"/>
          <a:stretch>
            <a:fillRect/>
          </a:stretch>
        </p:blipFill>
        <p:spPr>
          <a:xfrm>
            <a:off x="492509" y="1402602"/>
            <a:ext cx="6167369" cy="4255996"/>
          </a:xfrm>
          <a:prstGeom prst="rect">
            <a:avLst/>
          </a:prstGeom>
          <a:ln w="12700">
            <a:miter lim="400000"/>
          </a:ln>
        </p:spPr>
      </p:pic>
      <p:grpSp>
        <p:nvGrpSpPr>
          <p:cNvPr id="612" name="Google Shape;347;p31"/>
          <p:cNvGrpSpPr/>
          <p:nvPr/>
        </p:nvGrpSpPr>
        <p:grpSpPr>
          <a:xfrm>
            <a:off x="78415" y="257016"/>
            <a:ext cx="589201" cy="588801"/>
            <a:chOff x="0" y="0"/>
            <a:chExt cx="589199" cy="588799"/>
          </a:xfrm>
        </p:grpSpPr>
        <p:sp>
          <p:nvSpPr>
            <p:cNvPr id="610"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611"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pic>
        <p:nvPicPr>
          <p:cNvPr id="613" name="Picture 4" descr="Picture 4"/>
          <p:cNvPicPr>
            <a:picLocks noChangeAspect="1"/>
          </p:cNvPicPr>
          <p:nvPr/>
        </p:nvPicPr>
        <p:blipFill>
          <a:blip r:embed="rId3"/>
          <a:stretch>
            <a:fillRect/>
          </a:stretch>
        </p:blipFill>
        <p:spPr>
          <a:xfrm>
            <a:off x="11184358" y="96146"/>
            <a:ext cx="1060376" cy="910540"/>
          </a:xfrm>
          <a:prstGeom prst="rect">
            <a:avLst/>
          </a:prstGeom>
          <a:ln w="12700">
            <a:miter lim="400000"/>
          </a:ln>
        </p:spPr>
      </p:pic>
      <p:sp>
        <p:nvSpPr>
          <p:cNvPr id="614" name="Google Shape;343;p31"/>
          <p:cNvSpPr txBox="1"/>
          <p:nvPr/>
        </p:nvSpPr>
        <p:spPr>
          <a:xfrm>
            <a:off x="667618" y="193122"/>
            <a:ext cx="11030889"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Autofit/>
          </a:bodyPr>
          <a:lstStyle>
            <a:lvl1pPr defTabSz="667512">
              <a:defRPr sz="1752" b="1">
                <a:solidFill>
                  <a:srgbClr val="2F3666"/>
                </a:solidFill>
                <a:latin typeface="Nunito"/>
                <a:ea typeface="Nunito"/>
                <a:cs typeface="Nunito"/>
                <a:sym typeface="Nunito"/>
              </a:defRPr>
            </a:lvl1pPr>
          </a:lstStyle>
          <a:p>
            <a:r>
              <a:rPr lang="en-US" altLang="zh-CN" sz="2400">
                <a:solidFill>
                  <a:srgbClr val="01D201"/>
                </a:solidFill>
              </a:rPr>
              <a:t>San Francisco </a:t>
            </a:r>
            <a:r>
              <a:rPr lang="en-US" altLang="zh-CN" sz="2400"/>
              <a:t>leads with high participation rates and score improvements, while </a:t>
            </a:r>
            <a:r>
              <a:rPr lang="en-US" altLang="zh-CN" sz="2400">
                <a:solidFill>
                  <a:srgbClr val="01D201"/>
                </a:solidFill>
              </a:rPr>
              <a:t>Houston </a:t>
            </a:r>
            <a:r>
              <a:rPr lang="en-US" altLang="zh-CN" sz="2400"/>
              <a:t>lags behind</a:t>
            </a:r>
            <a:endParaRPr sz="240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grpSp>
        <p:nvGrpSpPr>
          <p:cNvPr id="618" name="Pentagon 1"/>
          <p:cNvGrpSpPr/>
          <p:nvPr/>
        </p:nvGrpSpPr>
        <p:grpSpPr>
          <a:xfrm>
            <a:off x="9600233" y="6421169"/>
            <a:ext cx="2997686" cy="436827"/>
            <a:chOff x="-1" y="-1"/>
            <a:chExt cx="2997685" cy="436826"/>
          </a:xfrm>
        </p:grpSpPr>
        <p:sp>
          <p:nvSpPr>
            <p:cNvPr id="616"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04D101"/>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17" name="Proposed Initiative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Proposed Initiatives </a:t>
              </a:r>
            </a:p>
          </p:txBody>
        </p:sp>
      </p:grpSp>
      <p:grpSp>
        <p:nvGrpSpPr>
          <p:cNvPr id="621" name="Pentagon 2"/>
          <p:cNvGrpSpPr/>
          <p:nvPr/>
        </p:nvGrpSpPr>
        <p:grpSpPr>
          <a:xfrm>
            <a:off x="6806716" y="6421174"/>
            <a:ext cx="2997686" cy="436827"/>
            <a:chOff x="-1" y="-1"/>
            <a:chExt cx="2997685" cy="436826"/>
          </a:xfrm>
        </p:grpSpPr>
        <p:sp>
          <p:nvSpPr>
            <p:cNvPr id="619" name="Shape"/>
            <p:cNvSpPr/>
            <p:nvPr/>
          </p:nvSpPr>
          <p:spPr>
            <a:xfrm>
              <a:off x="-1" y="-1"/>
              <a:ext cx="299768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026" y="0"/>
                  </a:lnTo>
                  <a:lnTo>
                    <a:pt x="21600" y="10800"/>
                  </a:lnTo>
                  <a:lnTo>
                    <a:pt x="20026"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20" name="Performance Analysis"/>
            <p:cNvSpPr txBox="1"/>
            <p:nvPr/>
          </p:nvSpPr>
          <p:spPr>
            <a:xfrm>
              <a:off x="58420" y="43081"/>
              <a:ext cx="277163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Performance Analysis</a:t>
              </a:r>
            </a:p>
          </p:txBody>
        </p:sp>
      </p:grpSp>
      <p:grpSp>
        <p:nvGrpSpPr>
          <p:cNvPr id="624" name="Pentagon 3"/>
          <p:cNvGrpSpPr/>
          <p:nvPr/>
        </p:nvGrpSpPr>
        <p:grpSpPr>
          <a:xfrm>
            <a:off x="3860798" y="6421171"/>
            <a:ext cx="3166537" cy="436827"/>
            <a:chOff x="-1" y="-1"/>
            <a:chExt cx="3166535" cy="436826"/>
          </a:xfrm>
        </p:grpSpPr>
        <p:sp>
          <p:nvSpPr>
            <p:cNvPr id="622" name="Shape"/>
            <p:cNvSpPr/>
            <p:nvPr/>
          </p:nvSpPr>
          <p:spPr>
            <a:xfrm>
              <a:off x="-1" y="-1"/>
              <a:ext cx="31665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110" y="0"/>
                  </a:lnTo>
                  <a:lnTo>
                    <a:pt x="21600" y="10800"/>
                  </a:lnTo>
                  <a:lnTo>
                    <a:pt x="20110"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23" name="Participation Analysis"/>
            <p:cNvSpPr txBox="1"/>
            <p:nvPr/>
          </p:nvSpPr>
          <p:spPr>
            <a:xfrm>
              <a:off x="58420" y="43081"/>
              <a:ext cx="29404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Participation Analysis</a:t>
              </a:r>
            </a:p>
          </p:txBody>
        </p:sp>
      </p:grpSp>
      <p:grpSp>
        <p:nvGrpSpPr>
          <p:cNvPr id="627" name="Pentagon 4"/>
          <p:cNvGrpSpPr/>
          <p:nvPr/>
        </p:nvGrpSpPr>
        <p:grpSpPr>
          <a:xfrm>
            <a:off x="1913465" y="6421172"/>
            <a:ext cx="2201336" cy="436827"/>
            <a:chOff x="-1" y="-1"/>
            <a:chExt cx="2201335" cy="436826"/>
          </a:xfrm>
        </p:grpSpPr>
        <p:sp>
          <p:nvSpPr>
            <p:cNvPr id="625"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26" name="Overview"/>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Overview</a:t>
              </a:r>
            </a:p>
          </p:txBody>
        </p:sp>
      </p:grpSp>
      <p:grpSp>
        <p:nvGrpSpPr>
          <p:cNvPr id="630" name="Pentagon 5"/>
          <p:cNvGrpSpPr/>
          <p:nvPr/>
        </p:nvGrpSpPr>
        <p:grpSpPr>
          <a:xfrm>
            <a:off x="-2" y="6421172"/>
            <a:ext cx="2201337" cy="436827"/>
            <a:chOff x="-1" y="-1"/>
            <a:chExt cx="2201335" cy="436826"/>
          </a:xfrm>
        </p:grpSpPr>
        <p:sp>
          <p:nvSpPr>
            <p:cNvPr id="628" name="Shape"/>
            <p:cNvSpPr/>
            <p:nvPr/>
          </p:nvSpPr>
          <p:spPr>
            <a:xfrm>
              <a:off x="-1" y="-1"/>
              <a:ext cx="2201335" cy="436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457" y="0"/>
                  </a:lnTo>
                  <a:lnTo>
                    <a:pt x="21600" y="10800"/>
                  </a:lnTo>
                  <a:lnTo>
                    <a:pt x="19457" y="21600"/>
                  </a:lnTo>
                  <a:lnTo>
                    <a:pt x="0" y="21600"/>
                  </a:lnTo>
                  <a:close/>
                </a:path>
              </a:pathLst>
            </a:custGeom>
            <a:solidFill>
              <a:srgbClr val="2F3666"/>
            </a:solidFill>
            <a:ln w="25400" cap="flat">
              <a:solidFill>
                <a:schemeClr val="accent2">
                  <a:lumOff val="44000"/>
                </a:schemeClr>
              </a:solidFill>
              <a:prstDash val="solid"/>
              <a:round/>
            </a:ln>
            <a:effectLst/>
          </p:spPr>
          <p:txBody>
            <a:bodyPr wrap="square" lIns="45719" tIns="45719" rIns="45719" bIns="45719" numCol="1" anchor="ctr">
              <a:noAutofit/>
            </a:bodyPr>
            <a:lstStyle/>
            <a:p>
              <a:pPr algn="ctr" defTabSz="1219169">
                <a:defRPr>
                  <a:solidFill>
                    <a:srgbClr val="263147"/>
                  </a:solidFill>
                </a:defRPr>
              </a:pPr>
              <a:endParaRPr/>
            </a:p>
          </p:txBody>
        </p:sp>
        <p:sp>
          <p:nvSpPr>
            <p:cNvPr id="629" name="Project Mandate"/>
            <p:cNvSpPr txBox="1"/>
            <p:nvPr/>
          </p:nvSpPr>
          <p:spPr>
            <a:xfrm>
              <a:off x="58420" y="43081"/>
              <a:ext cx="1975288" cy="35066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1219169"/>
            </a:lstStyle>
            <a:p>
              <a:r>
                <a:t>Project Mandate</a:t>
              </a:r>
            </a:p>
          </p:txBody>
        </p:sp>
      </p:grpSp>
      <p:sp>
        <p:nvSpPr>
          <p:cNvPr id="631" name="Google Shape;320;p30"/>
          <p:cNvSpPr txBox="1"/>
          <p:nvPr/>
        </p:nvSpPr>
        <p:spPr>
          <a:xfrm>
            <a:off x="831497" y="1150115"/>
            <a:ext cx="1701639" cy="967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spAutoFit/>
          </a:bodyPr>
          <a:lstStyle>
            <a:lvl1pPr algn="ctr" defTabSz="1219169">
              <a:defRPr sz="1600">
                <a:latin typeface="Nunito"/>
                <a:ea typeface="Nunito"/>
                <a:cs typeface="Nunito"/>
                <a:sym typeface="Nunito"/>
              </a:defRPr>
            </a:lvl1pPr>
          </a:lstStyle>
          <a:p>
            <a:r>
              <a:t>Enhance Participation Strategies</a:t>
            </a:r>
          </a:p>
        </p:txBody>
      </p:sp>
      <p:grpSp>
        <p:nvGrpSpPr>
          <p:cNvPr id="634" name="Rectangle: Rounded Corners 4"/>
          <p:cNvGrpSpPr/>
          <p:nvPr/>
        </p:nvGrpSpPr>
        <p:grpSpPr>
          <a:xfrm>
            <a:off x="6505339" y="1182391"/>
            <a:ext cx="5029201" cy="442676"/>
            <a:chOff x="0" y="0"/>
            <a:chExt cx="5029200" cy="442674"/>
          </a:xfrm>
        </p:grpSpPr>
        <p:sp>
          <p:nvSpPr>
            <p:cNvPr id="632" name="Rounded Rectangle"/>
            <p:cNvSpPr/>
            <p:nvPr/>
          </p:nvSpPr>
          <p:spPr>
            <a:xfrm>
              <a:off x="0" y="0"/>
              <a:ext cx="5029200" cy="442674"/>
            </a:xfrm>
            <a:prstGeom prst="roundRect">
              <a:avLst>
                <a:gd name="adj" fmla="val 16667"/>
              </a:avLst>
            </a:prstGeom>
            <a:solidFill>
              <a:srgbClr val="01D201"/>
            </a:solidFill>
            <a:ln w="12700" cap="flat">
              <a:noFill/>
              <a:miter lim="400000"/>
            </a:ln>
            <a:effectLst/>
          </p:spPr>
          <p:txBody>
            <a:bodyPr wrap="square" lIns="45719" tIns="45719" rIns="45719" bIns="45719" numCol="1" anchor="t">
              <a:noAutofit/>
            </a:bodyPr>
            <a:lstStyle/>
            <a:p>
              <a:pPr algn="ctr">
                <a:defRPr sz="2000" b="1">
                  <a:latin typeface="Nunito"/>
                  <a:ea typeface="Nunito"/>
                  <a:cs typeface="Nunito"/>
                  <a:sym typeface="Nunito"/>
                </a:defRPr>
              </a:pPr>
              <a:endParaRPr/>
            </a:p>
          </p:txBody>
        </p:sp>
        <p:sp>
          <p:nvSpPr>
            <p:cNvPr id="633" name="Outcome"/>
            <p:cNvSpPr txBox="1"/>
            <p:nvPr/>
          </p:nvSpPr>
          <p:spPr>
            <a:xfrm>
              <a:off x="67329" y="21609"/>
              <a:ext cx="4894541"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b="1">
                  <a:latin typeface="Nunito"/>
                  <a:ea typeface="Nunito"/>
                  <a:cs typeface="Nunito"/>
                  <a:sym typeface="Nunito"/>
                </a:defRPr>
              </a:lvl1pPr>
            </a:lstStyle>
            <a:p>
              <a:r>
                <a:t>Outcome</a:t>
              </a:r>
            </a:p>
          </p:txBody>
        </p:sp>
      </p:grpSp>
      <p:sp>
        <p:nvSpPr>
          <p:cNvPr id="635" name="Title 1"/>
          <p:cNvSpPr txBox="1"/>
          <p:nvPr/>
        </p:nvSpPr>
        <p:spPr>
          <a:xfrm>
            <a:off x="7481403" y="3152120"/>
            <a:ext cx="4183730" cy="1595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spAutoFit/>
          </a:bodyPr>
          <a:lstStyle/>
          <a:p>
            <a:pPr>
              <a:lnSpc>
                <a:spcPct val="120000"/>
              </a:lnSpc>
              <a:defRPr sz="1600" b="1">
                <a:solidFill>
                  <a:srgbClr val="111111"/>
                </a:solidFill>
                <a:latin typeface="Nunito"/>
                <a:ea typeface="Nunito"/>
                <a:cs typeface="Nunito"/>
                <a:sym typeface="Nunito"/>
              </a:defRPr>
            </a:pPr>
            <a:r>
              <a:rPr dirty="0"/>
              <a:t>Implementation of best practices across regions and local offices, </a:t>
            </a:r>
            <a:r>
              <a:rPr b="0" dirty="0"/>
              <a:t>improve overall training effectiveness and provide consistence skills across the </a:t>
            </a:r>
            <a:r>
              <a:rPr lang="af-ZA" dirty="0"/>
              <a:t>organization</a:t>
            </a:r>
            <a:r>
              <a:rPr b="0" dirty="0"/>
              <a:t>. </a:t>
            </a:r>
            <a:endParaRPr sz="2400" dirty="0">
              <a:solidFill>
                <a:srgbClr val="263147"/>
              </a:solidFill>
              <a:latin typeface="EYInterstate Light"/>
              <a:ea typeface="EYInterstate Light"/>
              <a:cs typeface="EYInterstate Light"/>
              <a:sym typeface="EYInterstate Light"/>
            </a:endParaRPr>
          </a:p>
          <a:p>
            <a:pPr algn="just">
              <a:lnSpc>
                <a:spcPct val="120000"/>
              </a:lnSpc>
              <a:defRPr sz="1600">
                <a:solidFill>
                  <a:srgbClr val="111111"/>
                </a:solidFill>
                <a:latin typeface="Nunito"/>
                <a:ea typeface="Nunito"/>
                <a:cs typeface="Nunito"/>
                <a:sym typeface="Nunito"/>
              </a:defRPr>
            </a:pPr>
            <a:endParaRPr sz="2400" dirty="0">
              <a:solidFill>
                <a:srgbClr val="263147"/>
              </a:solidFill>
              <a:latin typeface="EYInterstate Light"/>
              <a:ea typeface="EYInterstate Light"/>
              <a:cs typeface="EYInterstate Light"/>
              <a:sym typeface="EYInterstate Light"/>
            </a:endParaRPr>
          </a:p>
        </p:txBody>
      </p:sp>
      <p:sp>
        <p:nvSpPr>
          <p:cNvPr id="636" name="Title 1"/>
          <p:cNvSpPr txBox="1"/>
          <p:nvPr/>
        </p:nvSpPr>
        <p:spPr>
          <a:xfrm>
            <a:off x="7481403" y="1927363"/>
            <a:ext cx="4135869" cy="820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20000"/>
              </a:lnSpc>
              <a:defRPr sz="1600" b="1">
                <a:solidFill>
                  <a:srgbClr val="000000"/>
                </a:solidFill>
                <a:latin typeface="Nunito"/>
                <a:ea typeface="Nunito"/>
                <a:cs typeface="Nunito"/>
                <a:sym typeface="Nunito"/>
              </a:defRPr>
            </a:pPr>
            <a:r>
              <a:t>Increase engagement and relevant of training courses, </a:t>
            </a:r>
            <a:r>
              <a:rPr b="0"/>
              <a:t>leading to a better skill development  </a:t>
            </a:r>
          </a:p>
        </p:txBody>
      </p:sp>
      <p:grpSp>
        <p:nvGrpSpPr>
          <p:cNvPr id="639" name="Rectangle: Rounded Corners 7"/>
          <p:cNvGrpSpPr/>
          <p:nvPr/>
        </p:nvGrpSpPr>
        <p:grpSpPr>
          <a:xfrm>
            <a:off x="663812" y="1182391"/>
            <a:ext cx="5029201" cy="442676"/>
            <a:chOff x="0" y="0"/>
            <a:chExt cx="5029200" cy="442674"/>
          </a:xfrm>
        </p:grpSpPr>
        <p:sp>
          <p:nvSpPr>
            <p:cNvPr id="637" name="Rounded Rectangle"/>
            <p:cNvSpPr/>
            <p:nvPr/>
          </p:nvSpPr>
          <p:spPr>
            <a:xfrm>
              <a:off x="0" y="0"/>
              <a:ext cx="5029200" cy="442674"/>
            </a:xfrm>
            <a:prstGeom prst="roundRect">
              <a:avLst>
                <a:gd name="adj" fmla="val 16667"/>
              </a:avLst>
            </a:prstGeom>
            <a:solidFill>
              <a:srgbClr val="2F3666"/>
            </a:solidFill>
            <a:ln w="12700" cap="flat">
              <a:noFill/>
              <a:miter lim="400000"/>
            </a:ln>
            <a:effectLst/>
          </p:spPr>
          <p:txBody>
            <a:bodyPr wrap="square" lIns="45719" tIns="45719" rIns="45719" bIns="45719" numCol="1" anchor="t">
              <a:noAutofit/>
            </a:bodyPr>
            <a:lstStyle/>
            <a:p>
              <a:pPr algn="ctr"/>
              <a:endParaRPr/>
            </a:p>
          </p:txBody>
        </p:sp>
        <p:sp>
          <p:nvSpPr>
            <p:cNvPr id="638" name="Actions"/>
            <p:cNvSpPr txBox="1"/>
            <p:nvPr/>
          </p:nvSpPr>
          <p:spPr>
            <a:xfrm>
              <a:off x="67329" y="21609"/>
              <a:ext cx="4894541"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b="1">
                  <a:latin typeface="Nunito"/>
                  <a:ea typeface="Nunito"/>
                  <a:cs typeface="Nunito"/>
                  <a:sym typeface="Nunito"/>
                </a:defRPr>
              </a:lvl1pPr>
            </a:lstStyle>
            <a:p>
              <a:r>
                <a:t>Actions</a:t>
              </a:r>
            </a:p>
          </p:txBody>
        </p:sp>
      </p:grpSp>
      <p:sp>
        <p:nvSpPr>
          <p:cNvPr id="640" name="Title 1"/>
          <p:cNvSpPr txBox="1"/>
          <p:nvPr/>
        </p:nvSpPr>
        <p:spPr>
          <a:xfrm>
            <a:off x="1456182" y="1900532"/>
            <a:ext cx="4172597" cy="874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20000"/>
              </a:lnSpc>
              <a:defRPr sz="1600" b="1">
                <a:solidFill>
                  <a:srgbClr val="2E2E38"/>
                </a:solidFill>
                <a:latin typeface="Nunito"/>
                <a:ea typeface="Nunito"/>
                <a:cs typeface="Nunito"/>
                <a:sym typeface="Nunito"/>
              </a:defRPr>
            </a:pPr>
            <a:r>
              <a:rPr dirty="0"/>
              <a:t>Refine course offerings: </a:t>
            </a:r>
            <a:r>
              <a:rPr lang="af-ZA" dirty="0"/>
              <a:t>optimize</a:t>
            </a:r>
            <a:r>
              <a:rPr b="0" dirty="0"/>
              <a:t> subjects covered, course modalities and engagement strategies at local office </a:t>
            </a:r>
          </a:p>
        </p:txBody>
      </p:sp>
      <p:sp>
        <p:nvSpPr>
          <p:cNvPr id="641" name="Title 1"/>
          <p:cNvSpPr txBox="1"/>
          <p:nvPr/>
        </p:nvSpPr>
        <p:spPr>
          <a:xfrm>
            <a:off x="1412185" y="3152887"/>
            <a:ext cx="4236830" cy="1169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spAutoFit/>
          </a:bodyPr>
          <a:lstStyle/>
          <a:p>
            <a:pPr>
              <a:lnSpc>
                <a:spcPct val="120000"/>
              </a:lnSpc>
              <a:spcBef>
                <a:spcPts val="600"/>
              </a:spcBef>
              <a:defRPr sz="1600" b="1">
                <a:solidFill>
                  <a:srgbClr val="000000"/>
                </a:solidFill>
                <a:latin typeface="Nunito"/>
                <a:ea typeface="Nunito"/>
                <a:cs typeface="Nunito"/>
                <a:sym typeface="Nunito"/>
              </a:defRPr>
            </a:pPr>
            <a:r>
              <a:rPr dirty="0"/>
              <a:t>Best practice identification: </a:t>
            </a:r>
            <a:r>
              <a:rPr b="0" dirty="0"/>
              <a:t>pinpoint local offices with high training participation to extract best practices that can be implemented across the </a:t>
            </a:r>
            <a:r>
              <a:rPr lang="af-ZA" dirty="0"/>
              <a:t>organization</a:t>
            </a:r>
            <a:endParaRPr lang="zh-CN" altLang="en-US" b="0" dirty="0"/>
          </a:p>
        </p:txBody>
      </p:sp>
      <p:sp>
        <p:nvSpPr>
          <p:cNvPr id="642" name="Title 1"/>
          <p:cNvSpPr txBox="1"/>
          <p:nvPr/>
        </p:nvSpPr>
        <p:spPr>
          <a:xfrm>
            <a:off x="1485360" y="4796564"/>
            <a:ext cx="4060406" cy="11099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20000"/>
              </a:lnSpc>
              <a:defRPr sz="1600" b="1">
                <a:solidFill>
                  <a:srgbClr val="2E2E38"/>
                </a:solidFill>
                <a:latin typeface="Nunito"/>
                <a:ea typeface="Nunito"/>
                <a:cs typeface="Nunito"/>
                <a:sym typeface="Nunito"/>
              </a:defRPr>
            </a:pPr>
            <a:r>
              <a:t>Gap analysis: </a:t>
            </a:r>
            <a:r>
              <a:rPr b="0"/>
              <a:t>Detect gaps in the current course offerings to ensure comprehensive skill development opportunities for all employees</a:t>
            </a:r>
          </a:p>
        </p:txBody>
      </p:sp>
      <p:sp>
        <p:nvSpPr>
          <p:cNvPr id="643" name="Isosceles Triangle 19"/>
          <p:cNvSpPr/>
          <p:nvPr/>
        </p:nvSpPr>
        <p:spPr>
          <a:xfrm rot="5400000">
            <a:off x="3733590" y="3608647"/>
            <a:ext cx="4823566" cy="413726"/>
          </a:xfrm>
          <a:prstGeom prst="triangle">
            <a:avLst/>
          </a:prstGeom>
          <a:solidFill>
            <a:srgbClr val="F2F2F2"/>
          </a:solidFill>
          <a:ln w="12700">
            <a:miter lim="400000"/>
          </a:ln>
        </p:spPr>
        <p:txBody>
          <a:bodyPr lIns="45719" rIns="45719"/>
          <a:lstStyle/>
          <a:p>
            <a:pPr algn="ctr">
              <a:defRPr sz="1200"/>
            </a:pPr>
            <a:endParaRPr/>
          </a:p>
        </p:txBody>
      </p:sp>
      <p:pic>
        <p:nvPicPr>
          <p:cNvPr id="644" name="Graphic 21" descr="Graphic 21"/>
          <p:cNvPicPr>
            <a:picLocks noChangeAspect="1"/>
          </p:cNvPicPr>
          <p:nvPr/>
        </p:nvPicPr>
        <p:blipFill>
          <a:blip r:embed="rId2"/>
          <a:stretch>
            <a:fillRect/>
          </a:stretch>
        </p:blipFill>
        <p:spPr>
          <a:xfrm>
            <a:off x="505013" y="3341223"/>
            <a:ext cx="822961" cy="822962"/>
          </a:xfrm>
          <a:prstGeom prst="rect">
            <a:avLst/>
          </a:prstGeom>
          <a:ln w="12700">
            <a:miter lim="400000"/>
          </a:ln>
        </p:spPr>
      </p:pic>
      <p:pic>
        <p:nvPicPr>
          <p:cNvPr id="645" name="Graphic 22" descr="Graphic 22"/>
          <p:cNvPicPr>
            <a:picLocks noChangeAspect="1"/>
          </p:cNvPicPr>
          <p:nvPr/>
        </p:nvPicPr>
        <p:blipFill>
          <a:blip r:embed="rId3"/>
          <a:stretch>
            <a:fillRect/>
          </a:stretch>
        </p:blipFill>
        <p:spPr>
          <a:xfrm>
            <a:off x="6505339" y="3196583"/>
            <a:ext cx="822961" cy="822961"/>
          </a:xfrm>
          <a:prstGeom prst="rect">
            <a:avLst/>
          </a:prstGeom>
          <a:ln w="12700">
            <a:miter lim="400000"/>
          </a:ln>
        </p:spPr>
      </p:pic>
      <p:pic>
        <p:nvPicPr>
          <p:cNvPr id="646" name="Graphic 23" descr="Graphic 23"/>
          <p:cNvPicPr>
            <a:picLocks noChangeAspect="1"/>
          </p:cNvPicPr>
          <p:nvPr/>
        </p:nvPicPr>
        <p:blipFill>
          <a:blip r:embed="rId4"/>
          <a:stretch>
            <a:fillRect/>
          </a:stretch>
        </p:blipFill>
        <p:spPr>
          <a:xfrm>
            <a:off x="6505339" y="1873887"/>
            <a:ext cx="822961" cy="822961"/>
          </a:xfrm>
          <a:prstGeom prst="rect">
            <a:avLst/>
          </a:prstGeom>
          <a:ln w="12700">
            <a:miter lim="400000"/>
          </a:ln>
        </p:spPr>
      </p:pic>
      <p:sp>
        <p:nvSpPr>
          <p:cNvPr id="647" name="Title 1"/>
          <p:cNvSpPr txBox="1"/>
          <p:nvPr/>
        </p:nvSpPr>
        <p:spPr>
          <a:xfrm>
            <a:off x="7528828" y="4699621"/>
            <a:ext cx="4053137" cy="11099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20000"/>
              </a:lnSpc>
              <a:defRPr sz="1600" b="1">
                <a:solidFill>
                  <a:srgbClr val="111111"/>
                </a:solidFill>
                <a:latin typeface="Nunito"/>
                <a:ea typeface="Nunito"/>
                <a:cs typeface="Nunito"/>
                <a:sym typeface="Nunito"/>
              </a:defRPr>
            </a:pPr>
            <a:r>
              <a:t>Identification and addressing the skill gaps, </a:t>
            </a:r>
            <a:r>
              <a:rPr b="0"/>
              <a:t>ensuring the training development program created more skilled and capable workforce  </a:t>
            </a:r>
          </a:p>
        </p:txBody>
      </p:sp>
      <p:pic>
        <p:nvPicPr>
          <p:cNvPr id="648" name="Graphic 31" descr="Graphic 31"/>
          <p:cNvPicPr>
            <a:picLocks noChangeAspect="1"/>
          </p:cNvPicPr>
          <p:nvPr/>
        </p:nvPicPr>
        <p:blipFill>
          <a:blip r:embed="rId5"/>
          <a:stretch>
            <a:fillRect/>
          </a:stretch>
        </p:blipFill>
        <p:spPr>
          <a:xfrm>
            <a:off x="505013" y="4912743"/>
            <a:ext cx="822961" cy="822961"/>
          </a:xfrm>
          <a:prstGeom prst="rect">
            <a:avLst/>
          </a:prstGeom>
          <a:ln w="12700">
            <a:miter lim="400000"/>
          </a:ln>
        </p:spPr>
      </p:pic>
      <p:pic>
        <p:nvPicPr>
          <p:cNvPr id="649" name="Graphic 32" descr="Graphic 32"/>
          <p:cNvPicPr>
            <a:picLocks noChangeAspect="1"/>
          </p:cNvPicPr>
          <p:nvPr/>
        </p:nvPicPr>
        <p:blipFill>
          <a:blip r:embed="rId6"/>
          <a:stretch>
            <a:fillRect/>
          </a:stretch>
        </p:blipFill>
        <p:spPr>
          <a:xfrm>
            <a:off x="6505339" y="4750858"/>
            <a:ext cx="822961" cy="822961"/>
          </a:xfrm>
          <a:prstGeom prst="rect">
            <a:avLst/>
          </a:prstGeom>
          <a:ln w="12700">
            <a:miter lim="400000"/>
          </a:ln>
        </p:spPr>
      </p:pic>
      <p:pic>
        <p:nvPicPr>
          <p:cNvPr id="650" name="Graphic 37" descr="Graphic 37"/>
          <p:cNvPicPr>
            <a:picLocks noChangeAspect="1"/>
          </p:cNvPicPr>
          <p:nvPr/>
        </p:nvPicPr>
        <p:blipFill>
          <a:blip r:embed="rId7"/>
          <a:stretch>
            <a:fillRect/>
          </a:stretch>
        </p:blipFill>
        <p:spPr>
          <a:xfrm>
            <a:off x="509297" y="1956020"/>
            <a:ext cx="822961" cy="822961"/>
          </a:xfrm>
          <a:prstGeom prst="rect">
            <a:avLst/>
          </a:prstGeom>
          <a:ln w="12700">
            <a:miter lim="400000"/>
          </a:ln>
        </p:spPr>
      </p:pic>
      <p:grpSp>
        <p:nvGrpSpPr>
          <p:cNvPr id="653" name="Google Shape;347;p31"/>
          <p:cNvGrpSpPr/>
          <p:nvPr/>
        </p:nvGrpSpPr>
        <p:grpSpPr>
          <a:xfrm>
            <a:off x="78415" y="257016"/>
            <a:ext cx="589201" cy="588801"/>
            <a:chOff x="0" y="0"/>
            <a:chExt cx="589199" cy="588799"/>
          </a:xfrm>
        </p:grpSpPr>
        <p:sp>
          <p:nvSpPr>
            <p:cNvPr id="651" name="Google Shape;348;p31"/>
            <p:cNvSpPr/>
            <p:nvPr/>
          </p:nvSpPr>
          <p:spPr>
            <a:xfrm rot="16200000">
              <a:off x="223200" y="-1"/>
              <a:ext cx="366000" cy="366001"/>
            </a:xfrm>
            <a:prstGeom prst="ellipse">
              <a:avLst/>
            </a:prstGeom>
            <a:solidFill>
              <a:srgbClr val="4DD2EB"/>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sp>
          <p:nvSpPr>
            <p:cNvPr id="652" name="Google Shape;349;p31"/>
            <p:cNvSpPr/>
            <p:nvPr/>
          </p:nvSpPr>
          <p:spPr>
            <a:xfrm rot="16200000">
              <a:off x="199" y="365799"/>
              <a:ext cx="222802" cy="223201"/>
            </a:xfrm>
            <a:prstGeom prst="ellipse">
              <a:avLst/>
            </a:prstGeom>
            <a:solidFill>
              <a:srgbClr val="6BD37D"/>
            </a:solidFill>
            <a:ln w="12700" cap="flat">
              <a:noFill/>
              <a:miter lim="400000"/>
            </a:ln>
            <a:effectLst/>
          </p:spPr>
          <p:txBody>
            <a:bodyPr wrap="square" lIns="45719" tIns="45719" rIns="45719" bIns="45719" numCol="1" anchor="ctr">
              <a:noAutofit/>
            </a:bodyPr>
            <a:lstStyle/>
            <a:p>
              <a:pPr algn="ctr" defTabSz="1219169">
                <a:defRPr>
                  <a:solidFill>
                    <a:srgbClr val="000000"/>
                  </a:solidFill>
                  <a:latin typeface="Open Sans"/>
                  <a:ea typeface="Open Sans"/>
                  <a:cs typeface="Open Sans"/>
                  <a:sym typeface="Open Sans"/>
                </a:defRPr>
              </a:pPr>
              <a:endParaRPr/>
            </a:p>
          </p:txBody>
        </p:sp>
      </p:grpSp>
      <p:sp>
        <p:nvSpPr>
          <p:cNvPr id="654" name="Google Shape;343;p31"/>
          <p:cNvSpPr txBox="1"/>
          <p:nvPr/>
        </p:nvSpPr>
        <p:spPr>
          <a:xfrm>
            <a:off x="663128" y="169616"/>
            <a:ext cx="10568873" cy="76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899" tIns="121899" rIns="121899" bIns="121899" anchor="ctr">
            <a:normAutofit/>
          </a:bodyPr>
          <a:lstStyle>
            <a:lvl1pPr>
              <a:defRPr sz="2400" b="1">
                <a:solidFill>
                  <a:srgbClr val="2F3666"/>
                </a:solidFill>
                <a:latin typeface="Nunito"/>
                <a:ea typeface="Nunito"/>
                <a:cs typeface="Nunito"/>
                <a:sym typeface="Nunito"/>
              </a:defRPr>
            </a:lvl1pPr>
          </a:lstStyle>
          <a:p>
            <a:r>
              <a:rPr dirty="0"/>
              <a:t>Proposed </a:t>
            </a:r>
            <a:r>
              <a:rPr lang="en-US" dirty="0"/>
              <a:t>i</a:t>
            </a:r>
            <a:r>
              <a:rPr dirty="0"/>
              <a:t>nitiatives for </a:t>
            </a:r>
            <a:r>
              <a:rPr lang="en-US" dirty="0"/>
              <a:t>e</a:t>
            </a:r>
            <a:r>
              <a:rPr dirty="0"/>
              <a:t>mployee </a:t>
            </a:r>
            <a:r>
              <a:rPr lang="en-US" dirty="0"/>
              <a:t>d</a:t>
            </a:r>
            <a:r>
              <a:rPr dirty="0"/>
              <a:t>evelopment</a:t>
            </a:r>
          </a:p>
        </p:txBody>
      </p:sp>
      <p:pic>
        <p:nvPicPr>
          <p:cNvPr id="655" name="Picture 4" descr="Picture 4"/>
          <p:cNvPicPr>
            <a:picLocks noChangeAspect="1"/>
          </p:cNvPicPr>
          <p:nvPr/>
        </p:nvPicPr>
        <p:blipFill>
          <a:blip r:embed="rId8"/>
          <a:stretch>
            <a:fillRect/>
          </a:stretch>
        </p:blipFill>
        <p:spPr>
          <a:xfrm>
            <a:off x="11184358" y="96146"/>
            <a:ext cx="1060376" cy="910540"/>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Off val="44000"/>
          </a:schemeClr>
        </a:solidFill>
        <a:effectLst/>
      </p:bgPr>
    </p:bg>
    <p:spTree>
      <p:nvGrpSpPr>
        <p:cNvPr id="1" name=""/>
        <p:cNvGrpSpPr/>
        <p:nvPr/>
      </p:nvGrpSpPr>
      <p:grpSpPr>
        <a:xfrm>
          <a:off x="0" y="0"/>
          <a:ext cx="0" cy="0"/>
          <a:chOff x="0" y="0"/>
          <a:chExt cx="0" cy="0"/>
        </a:xfrm>
      </p:grpSpPr>
      <p:sp>
        <p:nvSpPr>
          <p:cNvPr id="657" name="Google Shape;294;p28"/>
          <p:cNvSpPr txBox="1">
            <a:spLocks noGrp="1"/>
          </p:cNvSpPr>
          <p:nvPr>
            <p:ph type="ctrTitle"/>
          </p:nvPr>
        </p:nvSpPr>
        <p:spPr>
          <a:xfrm>
            <a:off x="0" y="1303180"/>
            <a:ext cx="12192001" cy="3051201"/>
          </a:xfrm>
          <a:prstGeom prst="rect">
            <a:avLst/>
          </a:prstGeom>
        </p:spPr>
        <p:txBody>
          <a:bodyPr lIns="121899" tIns="121899" rIns="121899" bIns="121899"/>
          <a:lstStyle>
            <a:lvl1pPr algn="ctr">
              <a:defRPr sz="4200">
                <a:solidFill>
                  <a:srgbClr val="2F3666"/>
                </a:solidFill>
              </a:defRPr>
            </a:lvl1pPr>
          </a:lstStyle>
          <a:p>
            <a:r>
              <a:t>THANKYOU!!</a:t>
            </a:r>
          </a:p>
        </p:txBody>
      </p:sp>
      <p:pic>
        <p:nvPicPr>
          <p:cNvPr id="658" name="Picture 6" descr="Picture 6"/>
          <p:cNvPicPr>
            <a:picLocks noChangeAspect="1"/>
          </p:cNvPicPr>
          <p:nvPr/>
        </p:nvPicPr>
        <p:blipFill>
          <a:blip r:embed="rId2"/>
          <a:stretch>
            <a:fillRect/>
          </a:stretch>
        </p:blipFill>
        <p:spPr>
          <a:xfrm>
            <a:off x="5317066" y="2159913"/>
            <a:ext cx="1557868" cy="1337734"/>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Business Strategies and Frameworks Project Proposal by Slidesgo">
  <a:themeElements>
    <a:clrScheme name="Business Strategies and Frameworks Project Proposal by Slidesgo">
      <a:dk1>
        <a:srgbClr val="263147"/>
      </a:dk1>
      <a:lt1>
        <a:srgbClr val="FFFFFF"/>
      </a:lt1>
      <a:dk2>
        <a:srgbClr val="A7A7A7"/>
      </a:dk2>
      <a:lt2>
        <a:srgbClr val="535353"/>
      </a:lt2>
      <a:accent1>
        <a:srgbClr val="449E8C"/>
      </a:accent1>
      <a:accent2>
        <a:srgbClr val="8F8F8F"/>
      </a:accent2>
      <a:accent3>
        <a:srgbClr val="6E6E6E"/>
      </a:accent3>
      <a:accent4>
        <a:srgbClr val="4D4D4D"/>
      </a:accent4>
      <a:accent5>
        <a:srgbClr val="2B2B2B"/>
      </a:accent5>
      <a:accent6>
        <a:srgbClr val="0A0A0A"/>
      </a:accent6>
      <a:hlink>
        <a:srgbClr val="0000FF"/>
      </a:hlink>
      <a:folHlink>
        <a:srgbClr val="FF00FF"/>
      </a:folHlink>
    </a:clrScheme>
    <a:fontScheme name="Business Strategies and Frameworks Project Proposal by Slidesgo">
      <a:majorFont>
        <a:latin typeface="Helvetica"/>
        <a:ea typeface="Helvetica"/>
        <a:cs typeface="Helvetica"/>
      </a:majorFont>
      <a:minorFont>
        <a:latin typeface="Calibri"/>
        <a:ea typeface="Calibri"/>
        <a:cs typeface="Calibri"/>
      </a:minorFont>
    </a:fontScheme>
    <a:fmtScheme name="Business Strategies and Frameworks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63147"/>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usiness Strategies and Frameworks Project Proposal by Slidesgo">
  <a:themeElements>
    <a:clrScheme name="Business Strategies and Frameworks Project Proposal by Slidesgo">
      <a:dk1>
        <a:srgbClr val="000000"/>
      </a:dk1>
      <a:lt1>
        <a:srgbClr val="FFFFFF"/>
      </a:lt1>
      <a:dk2>
        <a:srgbClr val="A7A7A7"/>
      </a:dk2>
      <a:lt2>
        <a:srgbClr val="535353"/>
      </a:lt2>
      <a:accent1>
        <a:srgbClr val="449E8C"/>
      </a:accent1>
      <a:accent2>
        <a:srgbClr val="8F8F8F"/>
      </a:accent2>
      <a:accent3>
        <a:srgbClr val="6E6E6E"/>
      </a:accent3>
      <a:accent4>
        <a:srgbClr val="4D4D4D"/>
      </a:accent4>
      <a:accent5>
        <a:srgbClr val="2B2B2B"/>
      </a:accent5>
      <a:accent6>
        <a:srgbClr val="0A0A0A"/>
      </a:accent6>
      <a:hlink>
        <a:srgbClr val="0000FF"/>
      </a:hlink>
      <a:folHlink>
        <a:srgbClr val="FF00FF"/>
      </a:folHlink>
    </a:clrScheme>
    <a:fontScheme name="Business Strategies and Frameworks Project Proposal by Slidesgo">
      <a:majorFont>
        <a:latin typeface="Helvetica"/>
        <a:ea typeface="Helvetica"/>
        <a:cs typeface="Helvetica"/>
      </a:majorFont>
      <a:minorFont>
        <a:latin typeface="Calibri"/>
        <a:ea typeface="Calibri"/>
        <a:cs typeface="Calibri"/>
      </a:minorFont>
    </a:fontScheme>
    <a:fmtScheme name="Business Strategies and Frameworks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63147"/>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2">
                <a:lumOff val="44000"/>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71</TotalTime>
  <Words>972</Words>
  <Application>Microsoft Macintosh PowerPoint</Application>
  <PresentationFormat>Widescreen</PresentationFormat>
  <Paragraphs>148</Paragraphs>
  <Slides>11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Archivo</vt:lpstr>
      <vt:lpstr>Archivo ExtraBold</vt:lpstr>
      <vt:lpstr>Arial</vt:lpstr>
      <vt:lpstr>Arimo</vt:lpstr>
      <vt:lpstr>Calibri</vt:lpstr>
      <vt:lpstr>EYInterstate Light</vt:lpstr>
      <vt:lpstr>Helvetica</vt:lpstr>
      <vt:lpstr>Nunito</vt:lpstr>
      <vt:lpstr>Open Sans</vt:lpstr>
      <vt:lpstr>Business Strategies and Frameworks Project Proposal by Slidesgo</vt:lpstr>
      <vt:lpstr>Skills and Competencies Development Program  Nexus Logistics Solutions </vt:lpstr>
      <vt:lpstr>Table of contents</vt:lpstr>
      <vt:lpstr>Project Mandate</vt:lpstr>
      <vt:lpstr>Overview</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 and Competencies Development Program  Nexus Logistics Solutions </dc:title>
  <cp:lastModifiedBy>dipita biswas</cp:lastModifiedBy>
  <cp:revision>5</cp:revision>
  <dcterms:modified xsi:type="dcterms:W3CDTF">2025-11-18T19:24:44Z</dcterms:modified>
</cp:coreProperties>
</file>